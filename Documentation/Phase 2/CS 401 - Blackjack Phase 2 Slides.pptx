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4"/>
    <p:sldMasterId id="214748369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Lexend SemiBold"/>
      <p:regular r:id="rId17"/>
      <p:bold r:id="rId18"/>
    </p:embeddedFont>
    <p:embeddedFont>
      <p:font typeface="Lexend"/>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LexendSemiBold-regular.fntdata"/><Relationship Id="rId16" Type="http://schemas.openxmlformats.org/officeDocument/2006/relationships/slide" Target="slides/slide10.xml"/><Relationship Id="rId19" Type="http://schemas.openxmlformats.org/officeDocument/2006/relationships/font" Target="fonts/Lexend-regular.fntdata"/><Relationship Id="rId18" Type="http://schemas.openxmlformats.org/officeDocument/2006/relationships/font" Target="fonts/Lexend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cc749ed482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cc749ed482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de0b5864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de0b5864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cc749ed482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cc749ed482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86fc6024e3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86fc6024e3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cc749ed482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cc749ed482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86fc6024e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86fc6024e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86fc6024e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86fc6024e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86fc6024e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86fc6024e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86fc6024e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86fc6024e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e0b58644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de0b58644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3">
    <p:spTree>
      <p:nvGrpSpPr>
        <p:cNvPr id="54" name="Shape 54"/>
        <p:cNvGrpSpPr/>
        <p:nvPr/>
      </p:nvGrpSpPr>
      <p:grpSpPr>
        <a:xfrm>
          <a:off x="0" y="0"/>
          <a:ext cx="0" cy="0"/>
          <a:chOff x="0" y="0"/>
          <a:chExt cx="0" cy="0"/>
        </a:xfrm>
      </p:grpSpPr>
      <p:sp>
        <p:nvSpPr>
          <p:cNvPr id="55" name="Google Shape;55;p14"/>
          <p:cNvSpPr/>
          <p:nvPr/>
        </p:nvSpPr>
        <p:spPr>
          <a:xfrm>
            <a:off x="643200" y="659425"/>
            <a:ext cx="3146400" cy="1091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6" name="Google Shape;56;p14"/>
          <p:cNvSpPr txBox="1"/>
          <p:nvPr>
            <p:ph type="title"/>
          </p:nvPr>
        </p:nvSpPr>
        <p:spPr>
          <a:xfrm>
            <a:off x="671825" y="727744"/>
            <a:ext cx="3117600" cy="12018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4"/>
          <p:cNvSpPr/>
          <p:nvPr/>
        </p:nvSpPr>
        <p:spPr>
          <a:xfrm>
            <a:off x="2216400" y="1750725"/>
            <a:ext cx="4711200" cy="21879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8" name="Google Shape;58;p14"/>
          <p:cNvSpPr/>
          <p:nvPr/>
        </p:nvSpPr>
        <p:spPr>
          <a:xfrm>
            <a:off x="1686400" y="1750825"/>
            <a:ext cx="528900" cy="5289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9" name="Google Shape;59;p14"/>
          <p:cNvSpPr/>
          <p:nvPr/>
        </p:nvSpPr>
        <p:spPr>
          <a:xfrm>
            <a:off x="6927600" y="2843900"/>
            <a:ext cx="528900" cy="109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0" name="Google Shape;60;p14"/>
          <p:cNvSpPr txBox="1"/>
          <p:nvPr>
            <p:ph idx="2" type="title"/>
          </p:nvPr>
        </p:nvSpPr>
        <p:spPr>
          <a:xfrm>
            <a:off x="2258050" y="1800075"/>
            <a:ext cx="46239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sz="5400"/>
            </a:lvl1pPr>
            <a:lvl2pPr lvl="1">
              <a:spcBef>
                <a:spcPts val="0"/>
              </a:spcBef>
              <a:spcAft>
                <a:spcPts val="0"/>
              </a:spcAft>
              <a:buSzPts val="5400"/>
              <a:buNone/>
              <a:defRPr sz="5400"/>
            </a:lvl2pPr>
            <a:lvl3pPr lvl="2">
              <a:spcBef>
                <a:spcPts val="0"/>
              </a:spcBef>
              <a:spcAft>
                <a:spcPts val="0"/>
              </a:spcAft>
              <a:buSzPts val="5400"/>
              <a:buNone/>
              <a:defRPr sz="5400"/>
            </a:lvl3pPr>
            <a:lvl4pPr lvl="3">
              <a:spcBef>
                <a:spcPts val="0"/>
              </a:spcBef>
              <a:spcAft>
                <a:spcPts val="0"/>
              </a:spcAft>
              <a:buSzPts val="5400"/>
              <a:buNone/>
              <a:defRPr sz="5400"/>
            </a:lvl4pPr>
            <a:lvl5pPr lvl="4">
              <a:spcBef>
                <a:spcPts val="0"/>
              </a:spcBef>
              <a:spcAft>
                <a:spcPts val="0"/>
              </a:spcAft>
              <a:buSzPts val="5400"/>
              <a:buNone/>
              <a:defRPr sz="5400"/>
            </a:lvl5pPr>
            <a:lvl6pPr lvl="5">
              <a:spcBef>
                <a:spcPts val="0"/>
              </a:spcBef>
              <a:spcAft>
                <a:spcPts val="0"/>
              </a:spcAft>
              <a:buSzPts val="5400"/>
              <a:buNone/>
              <a:defRPr sz="5400"/>
            </a:lvl6pPr>
            <a:lvl7pPr lvl="6">
              <a:spcBef>
                <a:spcPts val="0"/>
              </a:spcBef>
              <a:spcAft>
                <a:spcPts val="0"/>
              </a:spcAft>
              <a:buSzPts val="5400"/>
              <a:buNone/>
              <a:defRPr sz="5400"/>
            </a:lvl7pPr>
            <a:lvl8pPr lvl="7">
              <a:spcBef>
                <a:spcPts val="0"/>
              </a:spcBef>
              <a:spcAft>
                <a:spcPts val="0"/>
              </a:spcAft>
              <a:buSzPts val="5400"/>
              <a:buNone/>
              <a:defRPr sz="5400"/>
            </a:lvl8pPr>
            <a:lvl9pPr lvl="8">
              <a:spcBef>
                <a:spcPts val="0"/>
              </a:spcBef>
              <a:spcAft>
                <a:spcPts val="0"/>
              </a:spcAft>
              <a:buSzPts val="5400"/>
              <a:buNone/>
              <a:defRPr sz="5400"/>
            </a:lvl9pPr>
          </a:lstStyle>
          <a:p/>
        </p:txBody>
      </p:sp>
      <p:sp>
        <p:nvSpPr>
          <p:cNvPr id="61" name="Google Shape;61;p1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2" name="Google Shape;62;p1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ITLE_3_1">
    <p:spTree>
      <p:nvGrpSpPr>
        <p:cNvPr id="63" name="Shape 63"/>
        <p:cNvGrpSpPr/>
        <p:nvPr/>
      </p:nvGrpSpPr>
      <p:grpSpPr>
        <a:xfrm>
          <a:off x="0" y="0"/>
          <a:ext cx="0" cy="0"/>
          <a:chOff x="0" y="0"/>
          <a:chExt cx="0" cy="0"/>
        </a:xfrm>
      </p:grpSpPr>
      <p:sp>
        <p:nvSpPr>
          <p:cNvPr id="64" name="Google Shape;64;p15"/>
          <p:cNvSpPr/>
          <p:nvPr/>
        </p:nvSpPr>
        <p:spPr>
          <a:xfrm>
            <a:off x="304800" y="3161075"/>
            <a:ext cx="2851500" cy="16791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5" name="Google Shape;65;p15"/>
          <p:cNvSpPr/>
          <p:nvPr/>
        </p:nvSpPr>
        <p:spPr>
          <a:xfrm>
            <a:off x="5999150" y="3161050"/>
            <a:ext cx="2840100" cy="167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6" name="Google Shape;66;p15"/>
          <p:cNvSpPr/>
          <p:nvPr/>
        </p:nvSpPr>
        <p:spPr>
          <a:xfrm>
            <a:off x="3156175" y="3161150"/>
            <a:ext cx="2851500" cy="16791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7" name="Google Shape;67;p15"/>
          <p:cNvSpPr txBox="1"/>
          <p:nvPr>
            <p:ph idx="1" type="subTitle"/>
          </p:nvPr>
        </p:nvSpPr>
        <p:spPr>
          <a:xfrm>
            <a:off x="314208"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p:nvPr>
            <p:ph idx="2" type="pic"/>
          </p:nvPr>
        </p:nvSpPr>
        <p:spPr>
          <a:xfrm>
            <a:off x="307625" y="1316450"/>
            <a:ext cx="2851500" cy="1844700"/>
          </a:xfrm>
          <a:prstGeom prst="rect">
            <a:avLst/>
          </a:prstGeom>
          <a:noFill/>
          <a:ln cap="flat" cmpd="sng" w="19050">
            <a:solidFill>
              <a:schemeClr val="dk1"/>
            </a:solidFill>
            <a:prstDash val="solid"/>
            <a:round/>
            <a:headEnd len="sm" w="sm" type="none"/>
            <a:tailEnd len="sm" w="sm" type="none"/>
          </a:ln>
        </p:spPr>
      </p:sp>
      <p:sp>
        <p:nvSpPr>
          <p:cNvPr id="69" name="Google Shape;69;p15"/>
          <p:cNvSpPr txBox="1"/>
          <p:nvPr>
            <p:ph idx="3" type="body"/>
          </p:nvPr>
        </p:nvSpPr>
        <p:spPr>
          <a:xfrm>
            <a:off x="3164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 name="Google Shape;70;p15"/>
          <p:cNvSpPr/>
          <p:nvPr>
            <p:ph idx="4" type="pic"/>
          </p:nvPr>
        </p:nvSpPr>
        <p:spPr>
          <a:xfrm>
            <a:off x="3159125" y="1316450"/>
            <a:ext cx="2851500" cy="1844700"/>
          </a:xfrm>
          <a:prstGeom prst="rect">
            <a:avLst/>
          </a:prstGeom>
          <a:noFill/>
          <a:ln cap="flat" cmpd="sng" w="19050">
            <a:solidFill>
              <a:schemeClr val="dk1"/>
            </a:solidFill>
            <a:prstDash val="solid"/>
            <a:round/>
            <a:headEnd len="sm" w="sm" type="none"/>
            <a:tailEnd len="sm" w="sm" type="none"/>
          </a:ln>
        </p:spPr>
      </p:sp>
      <p:sp>
        <p:nvSpPr>
          <p:cNvPr id="71" name="Google Shape;71;p15"/>
          <p:cNvSpPr/>
          <p:nvPr>
            <p:ph idx="5" type="pic"/>
          </p:nvPr>
        </p:nvSpPr>
        <p:spPr>
          <a:xfrm>
            <a:off x="6010625" y="1316450"/>
            <a:ext cx="2828700" cy="1844700"/>
          </a:xfrm>
          <a:prstGeom prst="rect">
            <a:avLst/>
          </a:prstGeom>
          <a:noFill/>
          <a:ln cap="flat" cmpd="sng" w="19050">
            <a:solidFill>
              <a:schemeClr val="dk1"/>
            </a:solidFill>
            <a:prstDash val="solid"/>
            <a:round/>
            <a:headEnd len="sm" w="sm" type="none"/>
            <a:tailEnd len="sm" w="sm" type="none"/>
          </a:ln>
        </p:spPr>
      </p:sp>
      <p:sp>
        <p:nvSpPr>
          <p:cNvPr id="72" name="Google Shape;72;p1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3" name="Google Shape;73;p1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74" name="Google Shape;74;p15"/>
          <p:cNvSpPr/>
          <p:nvPr/>
        </p:nvSpPr>
        <p:spPr>
          <a:xfrm>
            <a:off x="304800" y="305325"/>
            <a:ext cx="2851500" cy="1009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5" name="Google Shape;75;p15"/>
          <p:cNvSpPr/>
          <p:nvPr/>
        </p:nvSpPr>
        <p:spPr>
          <a:xfrm>
            <a:off x="3159125" y="811350"/>
            <a:ext cx="1159500" cy="502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6" name="Google Shape;76;p15"/>
          <p:cNvSpPr txBox="1"/>
          <p:nvPr>
            <p:ph type="title"/>
          </p:nvPr>
        </p:nvSpPr>
        <p:spPr>
          <a:xfrm>
            <a:off x="328518" y="361238"/>
            <a:ext cx="2720700" cy="1131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5"/>
          <p:cNvSpPr txBox="1"/>
          <p:nvPr>
            <p:ph idx="6" type="subTitle"/>
          </p:nvPr>
        </p:nvSpPr>
        <p:spPr>
          <a:xfrm>
            <a:off x="3156683"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5"/>
          <p:cNvSpPr txBox="1"/>
          <p:nvPr>
            <p:ph idx="7" type="body"/>
          </p:nvPr>
        </p:nvSpPr>
        <p:spPr>
          <a:xfrm>
            <a:off x="3158960"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 name="Google Shape;79;p15"/>
          <p:cNvSpPr txBox="1"/>
          <p:nvPr>
            <p:ph idx="8" type="subTitle"/>
          </p:nvPr>
        </p:nvSpPr>
        <p:spPr>
          <a:xfrm>
            <a:off x="6007809"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5"/>
          <p:cNvSpPr txBox="1"/>
          <p:nvPr>
            <p:ph idx="9" type="body"/>
          </p:nvPr>
        </p:nvSpPr>
        <p:spPr>
          <a:xfrm>
            <a:off x="60100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1 Overview">
  <p:cSld name="TITLE_3_1_1">
    <p:spTree>
      <p:nvGrpSpPr>
        <p:cNvPr id="81" name="Shape 81"/>
        <p:cNvGrpSpPr/>
        <p:nvPr/>
      </p:nvGrpSpPr>
      <p:grpSpPr>
        <a:xfrm>
          <a:off x="0" y="0"/>
          <a:ext cx="0" cy="0"/>
          <a:chOff x="0" y="0"/>
          <a:chExt cx="0" cy="0"/>
        </a:xfrm>
      </p:grpSpPr>
      <p:sp>
        <p:nvSpPr>
          <p:cNvPr id="82" name="Google Shape;82;p16"/>
          <p:cNvSpPr/>
          <p:nvPr/>
        </p:nvSpPr>
        <p:spPr>
          <a:xfrm>
            <a:off x="1172300" y="660200"/>
            <a:ext cx="47112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 name="Google Shape;83;p16"/>
          <p:cNvSpPr/>
          <p:nvPr/>
        </p:nvSpPr>
        <p:spPr>
          <a:xfrm>
            <a:off x="5883500" y="1756696"/>
            <a:ext cx="1224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 name="Google Shape;84;p16"/>
          <p:cNvSpPr txBox="1"/>
          <p:nvPr>
            <p:ph type="title"/>
          </p:nvPr>
        </p:nvSpPr>
        <p:spPr>
          <a:xfrm>
            <a:off x="1195425" y="734045"/>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6"/>
          <p:cNvSpPr/>
          <p:nvPr>
            <p:ph idx="2" type="pic"/>
          </p:nvPr>
        </p:nvSpPr>
        <p:spPr>
          <a:xfrm>
            <a:off x="3260500" y="2309850"/>
            <a:ext cx="1569000" cy="1625400"/>
          </a:xfrm>
          <a:prstGeom prst="rect">
            <a:avLst/>
          </a:prstGeom>
          <a:noFill/>
          <a:ln cap="flat" cmpd="sng" w="19050">
            <a:solidFill>
              <a:schemeClr val="dk1"/>
            </a:solidFill>
            <a:prstDash val="solid"/>
            <a:round/>
            <a:headEnd len="sm" w="sm" type="none"/>
            <a:tailEnd len="sm" w="sm" type="none"/>
          </a:ln>
        </p:spPr>
      </p:sp>
      <p:sp>
        <p:nvSpPr>
          <p:cNvPr id="86" name="Google Shape;86;p16"/>
          <p:cNvSpPr/>
          <p:nvPr>
            <p:ph idx="3" type="pic"/>
          </p:nvPr>
        </p:nvSpPr>
        <p:spPr>
          <a:xfrm>
            <a:off x="4849525" y="2309850"/>
            <a:ext cx="3128100" cy="2174100"/>
          </a:xfrm>
          <a:prstGeom prst="rect">
            <a:avLst/>
          </a:prstGeom>
          <a:noFill/>
          <a:ln cap="flat" cmpd="sng" w="19050">
            <a:solidFill>
              <a:schemeClr val="dk1"/>
            </a:solidFill>
            <a:prstDash val="solid"/>
            <a:round/>
            <a:headEnd len="sm" w="sm" type="none"/>
            <a:tailEnd len="sm" w="sm" type="none"/>
          </a:ln>
        </p:spPr>
      </p:sp>
      <p:sp>
        <p:nvSpPr>
          <p:cNvPr id="87" name="Google Shape;87;p1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 name="Google Shape;88;p1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89" name="Shape 89"/>
        <p:cNvGrpSpPr/>
        <p:nvPr/>
      </p:nvGrpSpPr>
      <p:grpSpPr>
        <a:xfrm>
          <a:off x="0" y="0"/>
          <a:ext cx="0" cy="0"/>
          <a:chOff x="0" y="0"/>
          <a:chExt cx="0" cy="0"/>
        </a:xfrm>
      </p:grpSpPr>
      <p:sp>
        <p:nvSpPr>
          <p:cNvPr id="90" name="Google Shape;90;p17"/>
          <p:cNvSpPr/>
          <p:nvPr/>
        </p:nvSpPr>
        <p:spPr>
          <a:xfrm>
            <a:off x="3523325" y="2195625"/>
            <a:ext cx="4990200" cy="2385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 name="Google Shape;91;p17"/>
          <p:cNvSpPr/>
          <p:nvPr/>
        </p:nvSpPr>
        <p:spPr>
          <a:xfrm>
            <a:off x="1420210" y="220220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 name="Google Shape;92;p17"/>
          <p:cNvSpPr/>
          <p:nvPr/>
        </p:nvSpPr>
        <p:spPr>
          <a:xfrm>
            <a:off x="378750" y="56225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 name="Google Shape;93;p17"/>
          <p:cNvSpPr txBox="1"/>
          <p:nvPr>
            <p:ph type="title"/>
          </p:nvPr>
        </p:nvSpPr>
        <p:spPr>
          <a:xfrm>
            <a:off x="378750" y="56225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94" name="Google Shape;94;p17"/>
          <p:cNvSpPr/>
          <p:nvPr/>
        </p:nvSpPr>
        <p:spPr>
          <a:xfrm>
            <a:off x="3523323" y="165420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 name="Google Shape;95;p17"/>
          <p:cNvSpPr txBox="1"/>
          <p:nvPr>
            <p:ph idx="1" type="body"/>
          </p:nvPr>
        </p:nvSpPr>
        <p:spPr>
          <a:xfrm>
            <a:off x="3623075" y="2300000"/>
            <a:ext cx="4790700" cy="2184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 name="Google Shape;97;p1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2 Overview">
  <p:cSld name="TITLE_3_1_1_1">
    <p:spTree>
      <p:nvGrpSpPr>
        <p:cNvPr id="98" name="Shape 98"/>
        <p:cNvGrpSpPr/>
        <p:nvPr/>
      </p:nvGrpSpPr>
      <p:grpSpPr>
        <a:xfrm>
          <a:off x="0" y="0"/>
          <a:ext cx="0" cy="0"/>
          <a:chOff x="0" y="0"/>
          <a:chExt cx="0" cy="0"/>
        </a:xfrm>
      </p:grpSpPr>
      <p:sp>
        <p:nvSpPr>
          <p:cNvPr id="99" name="Google Shape;99;p18"/>
          <p:cNvSpPr/>
          <p:nvPr>
            <p:ph idx="2" type="pic"/>
          </p:nvPr>
        </p:nvSpPr>
        <p:spPr>
          <a:xfrm>
            <a:off x="3793600" y="2297107"/>
            <a:ext cx="1569000" cy="1625400"/>
          </a:xfrm>
          <a:prstGeom prst="rect">
            <a:avLst/>
          </a:prstGeom>
          <a:noFill/>
          <a:ln cap="flat" cmpd="sng" w="19050">
            <a:solidFill>
              <a:schemeClr val="dk1"/>
            </a:solidFill>
            <a:prstDash val="solid"/>
            <a:round/>
            <a:headEnd len="sm" w="sm" type="none"/>
            <a:tailEnd len="sm" w="sm" type="none"/>
          </a:ln>
        </p:spPr>
      </p:sp>
      <p:sp>
        <p:nvSpPr>
          <p:cNvPr id="100" name="Google Shape;100;p18"/>
          <p:cNvSpPr/>
          <p:nvPr>
            <p:ph idx="3" type="pic"/>
          </p:nvPr>
        </p:nvSpPr>
        <p:spPr>
          <a:xfrm>
            <a:off x="663400" y="2297107"/>
            <a:ext cx="3128100" cy="2174100"/>
          </a:xfrm>
          <a:prstGeom prst="rect">
            <a:avLst/>
          </a:prstGeom>
          <a:noFill/>
          <a:ln cap="flat" cmpd="sng" w="19050">
            <a:solidFill>
              <a:schemeClr val="dk1"/>
            </a:solidFill>
            <a:prstDash val="solid"/>
            <a:round/>
            <a:headEnd len="sm" w="sm" type="none"/>
            <a:tailEnd len="sm" w="sm" type="none"/>
          </a:ln>
        </p:spPr>
      </p:sp>
      <p:sp>
        <p:nvSpPr>
          <p:cNvPr id="101" name="Google Shape;101;p18"/>
          <p:cNvSpPr/>
          <p:nvPr/>
        </p:nvSpPr>
        <p:spPr>
          <a:xfrm>
            <a:off x="1689800" y="660200"/>
            <a:ext cx="4711200" cy="16398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 name="Google Shape;102;p18"/>
          <p:cNvSpPr/>
          <p:nvPr/>
        </p:nvSpPr>
        <p:spPr>
          <a:xfrm>
            <a:off x="1160900" y="1757477"/>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 name="Google Shape;103;p18"/>
          <p:cNvSpPr txBox="1"/>
          <p:nvPr>
            <p:ph type="title"/>
          </p:nvPr>
        </p:nvSpPr>
        <p:spPr>
          <a:xfrm>
            <a:off x="1721834" y="727054"/>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1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 name="Google Shape;105;p1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Overview (5)">
  <p:cSld name="TITLE_3_1_1_1_1">
    <p:spTree>
      <p:nvGrpSpPr>
        <p:cNvPr id="106" name="Shape 106"/>
        <p:cNvGrpSpPr/>
        <p:nvPr/>
      </p:nvGrpSpPr>
      <p:grpSpPr>
        <a:xfrm>
          <a:off x="0" y="0"/>
          <a:ext cx="0" cy="0"/>
          <a:chOff x="0" y="0"/>
          <a:chExt cx="0" cy="0"/>
        </a:xfrm>
      </p:grpSpPr>
      <p:sp>
        <p:nvSpPr>
          <p:cNvPr id="107" name="Google Shape;107;p19"/>
          <p:cNvSpPr/>
          <p:nvPr/>
        </p:nvSpPr>
        <p:spPr>
          <a:xfrm>
            <a:off x="298300" y="1431975"/>
            <a:ext cx="1713600" cy="1890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 name="Google Shape;108;p19"/>
          <p:cNvSpPr/>
          <p:nvPr/>
        </p:nvSpPr>
        <p:spPr>
          <a:xfrm>
            <a:off x="5431665" y="1431975"/>
            <a:ext cx="1713600" cy="18903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 name="Google Shape;109;p19"/>
          <p:cNvSpPr/>
          <p:nvPr/>
        </p:nvSpPr>
        <p:spPr>
          <a:xfrm>
            <a:off x="7137667" y="1431975"/>
            <a:ext cx="1713600" cy="1890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 name="Google Shape;110;p19"/>
          <p:cNvSpPr/>
          <p:nvPr/>
        </p:nvSpPr>
        <p:spPr>
          <a:xfrm>
            <a:off x="2011981" y="1431975"/>
            <a:ext cx="1713600" cy="1890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 name="Google Shape;111;p19"/>
          <p:cNvSpPr/>
          <p:nvPr/>
        </p:nvSpPr>
        <p:spPr>
          <a:xfrm>
            <a:off x="3717983" y="1431975"/>
            <a:ext cx="1713600" cy="1890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 name="Google Shape;112;p19"/>
          <p:cNvSpPr txBox="1"/>
          <p:nvPr>
            <p:ph idx="1" type="body"/>
          </p:nvPr>
        </p:nvSpPr>
        <p:spPr>
          <a:xfrm>
            <a:off x="310891"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 name="Google Shape;113;p19"/>
          <p:cNvSpPr txBox="1"/>
          <p:nvPr>
            <p:ph idx="2" type="body"/>
          </p:nvPr>
        </p:nvSpPr>
        <p:spPr>
          <a:xfrm>
            <a:off x="544426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 name="Google Shape;114;p19"/>
          <p:cNvSpPr txBox="1"/>
          <p:nvPr>
            <p:ph idx="3" type="body"/>
          </p:nvPr>
        </p:nvSpPr>
        <p:spPr>
          <a:xfrm>
            <a:off x="7105524"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5" name="Google Shape;115;p19"/>
          <p:cNvSpPr txBox="1"/>
          <p:nvPr>
            <p:ph idx="4" type="body"/>
          </p:nvPr>
        </p:nvSpPr>
        <p:spPr>
          <a:xfrm>
            <a:off x="2037027"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6" name="Google Shape;116;p19"/>
          <p:cNvSpPr txBox="1"/>
          <p:nvPr>
            <p:ph idx="5" type="body"/>
          </p:nvPr>
        </p:nvSpPr>
        <p:spPr>
          <a:xfrm>
            <a:off x="372795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7" name="Google Shape;117;p19"/>
          <p:cNvSpPr/>
          <p:nvPr>
            <p:ph idx="6" type="pic"/>
          </p:nvPr>
        </p:nvSpPr>
        <p:spPr>
          <a:xfrm>
            <a:off x="7137800" y="3322275"/>
            <a:ext cx="1713600" cy="1510200"/>
          </a:xfrm>
          <a:prstGeom prst="rect">
            <a:avLst/>
          </a:prstGeom>
          <a:noFill/>
          <a:ln cap="flat" cmpd="sng" w="19050">
            <a:solidFill>
              <a:schemeClr val="dk1"/>
            </a:solidFill>
            <a:prstDash val="solid"/>
            <a:round/>
            <a:headEnd len="sm" w="sm" type="none"/>
            <a:tailEnd len="sm" w="sm" type="none"/>
          </a:ln>
        </p:spPr>
      </p:sp>
      <p:sp>
        <p:nvSpPr>
          <p:cNvPr id="118" name="Google Shape;118;p19"/>
          <p:cNvSpPr/>
          <p:nvPr>
            <p:ph idx="7" type="pic"/>
          </p:nvPr>
        </p:nvSpPr>
        <p:spPr>
          <a:xfrm>
            <a:off x="5427747" y="3322276"/>
            <a:ext cx="1708200" cy="1510200"/>
          </a:xfrm>
          <a:prstGeom prst="rect">
            <a:avLst/>
          </a:prstGeom>
          <a:noFill/>
          <a:ln cap="flat" cmpd="sng" w="19050">
            <a:solidFill>
              <a:schemeClr val="dk1"/>
            </a:solidFill>
            <a:prstDash val="solid"/>
            <a:round/>
            <a:headEnd len="sm" w="sm" type="none"/>
            <a:tailEnd len="sm" w="sm" type="none"/>
          </a:ln>
        </p:spPr>
      </p:sp>
      <p:sp>
        <p:nvSpPr>
          <p:cNvPr id="119" name="Google Shape;119;p19"/>
          <p:cNvSpPr/>
          <p:nvPr>
            <p:ph idx="8" type="pic"/>
          </p:nvPr>
        </p:nvSpPr>
        <p:spPr>
          <a:xfrm>
            <a:off x="3723042" y="3322276"/>
            <a:ext cx="1708200" cy="1510200"/>
          </a:xfrm>
          <a:prstGeom prst="rect">
            <a:avLst/>
          </a:prstGeom>
          <a:noFill/>
          <a:ln cap="flat" cmpd="sng" w="19050">
            <a:solidFill>
              <a:schemeClr val="dk1"/>
            </a:solidFill>
            <a:prstDash val="solid"/>
            <a:round/>
            <a:headEnd len="sm" w="sm" type="none"/>
            <a:tailEnd len="sm" w="sm" type="none"/>
          </a:ln>
        </p:spPr>
      </p:sp>
      <p:sp>
        <p:nvSpPr>
          <p:cNvPr id="120" name="Google Shape;120;p19"/>
          <p:cNvSpPr/>
          <p:nvPr>
            <p:ph idx="9" type="pic"/>
          </p:nvPr>
        </p:nvSpPr>
        <p:spPr>
          <a:xfrm>
            <a:off x="2011891" y="3322275"/>
            <a:ext cx="1728000" cy="1510200"/>
          </a:xfrm>
          <a:prstGeom prst="rect">
            <a:avLst/>
          </a:prstGeom>
          <a:noFill/>
          <a:ln cap="flat" cmpd="sng" w="19050">
            <a:solidFill>
              <a:schemeClr val="dk1"/>
            </a:solidFill>
            <a:prstDash val="solid"/>
            <a:round/>
            <a:headEnd len="sm" w="sm" type="none"/>
            <a:tailEnd len="sm" w="sm" type="none"/>
          </a:ln>
        </p:spPr>
      </p:sp>
      <p:sp>
        <p:nvSpPr>
          <p:cNvPr id="121" name="Google Shape;121;p19"/>
          <p:cNvSpPr/>
          <p:nvPr>
            <p:ph idx="13" type="pic"/>
          </p:nvPr>
        </p:nvSpPr>
        <p:spPr>
          <a:xfrm>
            <a:off x="298300" y="3322275"/>
            <a:ext cx="1716000" cy="1510200"/>
          </a:xfrm>
          <a:prstGeom prst="rect">
            <a:avLst/>
          </a:prstGeom>
          <a:noFill/>
          <a:ln cap="flat" cmpd="sng" w="19050">
            <a:solidFill>
              <a:schemeClr val="dk1"/>
            </a:solidFill>
            <a:prstDash val="solid"/>
            <a:round/>
            <a:headEnd len="sm" w="sm" type="none"/>
            <a:tailEnd len="sm" w="sm" type="none"/>
          </a:ln>
        </p:spPr>
      </p:sp>
      <p:sp>
        <p:nvSpPr>
          <p:cNvPr id="122" name="Google Shape;122;p1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 name="Google Shape;123;p1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24" name="Google Shape;124;p19"/>
          <p:cNvSpPr/>
          <p:nvPr/>
        </p:nvSpPr>
        <p:spPr>
          <a:xfrm>
            <a:off x="298300" y="301050"/>
            <a:ext cx="40203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 name="Google Shape;125;p19"/>
          <p:cNvSpPr txBox="1"/>
          <p:nvPr>
            <p:ph type="title"/>
          </p:nvPr>
        </p:nvSpPr>
        <p:spPr>
          <a:xfrm>
            <a:off x="279178" y="338025"/>
            <a:ext cx="40395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Goal">
  <p:cSld name="TITLE_3_1_1_1_1_1">
    <p:spTree>
      <p:nvGrpSpPr>
        <p:cNvPr id="126" name="Shape 126"/>
        <p:cNvGrpSpPr/>
        <p:nvPr/>
      </p:nvGrpSpPr>
      <p:grpSpPr>
        <a:xfrm>
          <a:off x="0" y="0"/>
          <a:ext cx="0" cy="0"/>
          <a:chOff x="0" y="0"/>
          <a:chExt cx="0" cy="0"/>
        </a:xfrm>
      </p:grpSpPr>
      <p:sp>
        <p:nvSpPr>
          <p:cNvPr id="127" name="Google Shape;127;p20"/>
          <p:cNvSpPr/>
          <p:nvPr/>
        </p:nvSpPr>
        <p:spPr>
          <a:xfrm>
            <a:off x="298312" y="301050"/>
            <a:ext cx="5646900" cy="5310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 name="Google Shape;128;p20"/>
          <p:cNvSpPr txBox="1"/>
          <p:nvPr>
            <p:ph type="title"/>
          </p:nvPr>
        </p:nvSpPr>
        <p:spPr>
          <a:xfrm>
            <a:off x="279185" y="31227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20"/>
          <p:cNvSpPr/>
          <p:nvPr/>
        </p:nvSpPr>
        <p:spPr>
          <a:xfrm>
            <a:off x="4463246" y="3362570"/>
            <a:ext cx="1190400" cy="9768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 name="Google Shape;130;p20"/>
          <p:cNvSpPr/>
          <p:nvPr/>
        </p:nvSpPr>
        <p:spPr>
          <a:xfrm>
            <a:off x="5653655" y="3362561"/>
            <a:ext cx="487500" cy="478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 name="Google Shape;131;p20"/>
          <p:cNvSpPr/>
          <p:nvPr/>
        </p:nvSpPr>
        <p:spPr>
          <a:xfrm>
            <a:off x="4463250" y="1056975"/>
            <a:ext cx="4371300" cy="2305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 name="Google Shape;132;p20"/>
          <p:cNvSpPr txBox="1"/>
          <p:nvPr>
            <p:ph idx="1" type="subTitle"/>
          </p:nvPr>
        </p:nvSpPr>
        <p:spPr>
          <a:xfrm>
            <a:off x="4481951" y="1068225"/>
            <a:ext cx="4338600" cy="54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0"/>
          <p:cNvSpPr/>
          <p:nvPr>
            <p:ph idx="2" type="pic"/>
          </p:nvPr>
        </p:nvSpPr>
        <p:spPr>
          <a:xfrm>
            <a:off x="298300" y="1055350"/>
            <a:ext cx="4165800" cy="3783300"/>
          </a:xfrm>
          <a:prstGeom prst="rect">
            <a:avLst/>
          </a:prstGeom>
          <a:noFill/>
          <a:ln cap="flat" cmpd="sng" w="19050">
            <a:solidFill>
              <a:schemeClr val="dk1"/>
            </a:solidFill>
            <a:prstDash val="solid"/>
            <a:round/>
            <a:headEnd len="sm" w="sm" type="none"/>
            <a:tailEnd len="sm" w="sm" type="none"/>
          </a:ln>
        </p:spPr>
      </p:sp>
      <p:sp>
        <p:nvSpPr>
          <p:cNvPr id="134" name="Google Shape;134;p20"/>
          <p:cNvSpPr txBox="1"/>
          <p:nvPr>
            <p:ph idx="3" type="body"/>
          </p:nvPr>
        </p:nvSpPr>
        <p:spPr>
          <a:xfrm>
            <a:off x="4484120" y="1667497"/>
            <a:ext cx="4338600" cy="166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5" name="Google Shape;135;p2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 name="Google Shape;136;p2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20"/>
          <p:cNvSpPr/>
          <p:nvPr/>
        </p:nvSpPr>
        <p:spPr>
          <a:xfrm>
            <a:off x="298300" y="301050"/>
            <a:ext cx="56709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 name="Google Shape;138;p20"/>
          <p:cNvSpPr txBox="1"/>
          <p:nvPr>
            <p:ph idx="4"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 Detailed Outline + Key Features">
  <p:cSld name="TITLE_3_1_1_1_1_1_1">
    <p:spTree>
      <p:nvGrpSpPr>
        <p:cNvPr id="139" name="Shape 139"/>
        <p:cNvGrpSpPr/>
        <p:nvPr/>
      </p:nvGrpSpPr>
      <p:grpSpPr>
        <a:xfrm>
          <a:off x="0" y="0"/>
          <a:ext cx="0" cy="0"/>
          <a:chOff x="0" y="0"/>
          <a:chExt cx="0" cy="0"/>
        </a:xfrm>
      </p:grpSpPr>
      <p:sp>
        <p:nvSpPr>
          <p:cNvPr id="140" name="Google Shape;140;p21"/>
          <p:cNvSpPr txBox="1"/>
          <p:nvPr>
            <p:ph idx="1" type="subTitle"/>
          </p:nvPr>
        </p:nvSpPr>
        <p:spPr>
          <a:xfrm>
            <a:off x="6076827" y="986538"/>
            <a:ext cx="25152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1"/>
          <p:cNvSpPr txBox="1"/>
          <p:nvPr>
            <p:ph idx="2" type="subTitle"/>
          </p:nvPr>
        </p:nvSpPr>
        <p:spPr>
          <a:xfrm>
            <a:off x="194675"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21"/>
          <p:cNvSpPr txBox="1"/>
          <p:nvPr>
            <p:ph idx="3" type="subTitle"/>
          </p:nvPr>
        </p:nvSpPr>
        <p:spPr>
          <a:xfrm>
            <a:off x="1178298"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1"/>
          <p:cNvSpPr txBox="1"/>
          <p:nvPr>
            <p:ph idx="4" type="subTitle"/>
          </p:nvPr>
        </p:nvSpPr>
        <p:spPr>
          <a:xfrm>
            <a:off x="2161921"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1"/>
          <p:cNvSpPr txBox="1"/>
          <p:nvPr>
            <p:ph idx="5" type="subTitle"/>
          </p:nvPr>
        </p:nvSpPr>
        <p:spPr>
          <a:xfrm>
            <a:off x="3139107"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1"/>
          <p:cNvSpPr txBox="1"/>
          <p:nvPr>
            <p:ph idx="6" type="subTitle"/>
          </p:nvPr>
        </p:nvSpPr>
        <p:spPr>
          <a:xfrm>
            <a:off x="4108806"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21"/>
          <p:cNvSpPr txBox="1"/>
          <p:nvPr>
            <p:ph idx="7" type="subTitle"/>
          </p:nvPr>
        </p:nvSpPr>
        <p:spPr>
          <a:xfrm>
            <a:off x="5092429"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1"/>
          <p:cNvSpPr/>
          <p:nvPr/>
        </p:nvSpPr>
        <p:spPr>
          <a:xfrm>
            <a:off x="298300"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 name="Google Shape;148;p21"/>
          <p:cNvSpPr/>
          <p:nvPr/>
        </p:nvSpPr>
        <p:spPr>
          <a:xfrm>
            <a:off x="5197656"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 name="Google Shape;149;p21"/>
          <p:cNvSpPr txBox="1"/>
          <p:nvPr>
            <p:ph idx="8" type="body"/>
          </p:nvPr>
        </p:nvSpPr>
        <p:spPr>
          <a:xfrm>
            <a:off x="30268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0" name="Google Shape;150;p21"/>
          <p:cNvSpPr txBox="1"/>
          <p:nvPr>
            <p:ph idx="9" type="body"/>
          </p:nvPr>
        </p:nvSpPr>
        <p:spPr>
          <a:xfrm>
            <a:off x="5210863"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1" name="Google Shape;151;p21"/>
          <p:cNvSpPr/>
          <p:nvPr/>
        </p:nvSpPr>
        <p:spPr>
          <a:xfrm>
            <a:off x="3239217" y="1301925"/>
            <a:ext cx="982800" cy="353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 name="Google Shape;152;p21"/>
          <p:cNvSpPr txBox="1"/>
          <p:nvPr>
            <p:ph idx="13" type="body"/>
          </p:nvPr>
        </p:nvSpPr>
        <p:spPr>
          <a:xfrm>
            <a:off x="3251210"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3" name="Google Shape;153;p21"/>
          <p:cNvSpPr/>
          <p:nvPr/>
        </p:nvSpPr>
        <p:spPr>
          <a:xfrm>
            <a:off x="4215083" y="1301925"/>
            <a:ext cx="982800" cy="3530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 name="Google Shape;154;p21"/>
          <p:cNvSpPr txBox="1"/>
          <p:nvPr>
            <p:ph idx="14" type="body"/>
          </p:nvPr>
        </p:nvSpPr>
        <p:spPr>
          <a:xfrm>
            <a:off x="4233736"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5" name="Google Shape;155;p21"/>
          <p:cNvSpPr/>
          <p:nvPr/>
        </p:nvSpPr>
        <p:spPr>
          <a:xfrm>
            <a:off x="1280779" y="1301925"/>
            <a:ext cx="982800" cy="353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 name="Google Shape;156;p21"/>
          <p:cNvSpPr txBox="1"/>
          <p:nvPr>
            <p:ph idx="15" type="body"/>
          </p:nvPr>
        </p:nvSpPr>
        <p:spPr>
          <a:xfrm>
            <a:off x="128614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7" name="Google Shape;157;p21"/>
          <p:cNvSpPr/>
          <p:nvPr/>
        </p:nvSpPr>
        <p:spPr>
          <a:xfrm>
            <a:off x="2256692" y="1301925"/>
            <a:ext cx="982800" cy="353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 name="Google Shape;158;p21"/>
          <p:cNvSpPr txBox="1"/>
          <p:nvPr>
            <p:ph idx="16" type="body"/>
          </p:nvPr>
        </p:nvSpPr>
        <p:spPr>
          <a:xfrm>
            <a:off x="2268684"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9" name="Google Shape;159;p21"/>
          <p:cNvSpPr/>
          <p:nvPr/>
        </p:nvSpPr>
        <p:spPr>
          <a:xfrm>
            <a:off x="6182130" y="1301927"/>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 name="Google Shape;160;p21"/>
          <p:cNvSpPr/>
          <p:nvPr/>
        </p:nvSpPr>
        <p:spPr>
          <a:xfrm>
            <a:off x="6182130" y="2680069"/>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 name="Google Shape;161;p21"/>
          <p:cNvSpPr txBox="1"/>
          <p:nvPr>
            <p:ph idx="17" type="subTitle"/>
          </p:nvPr>
        </p:nvSpPr>
        <p:spPr>
          <a:xfrm>
            <a:off x="6164355" y="1264050"/>
            <a:ext cx="24726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21"/>
          <p:cNvSpPr txBox="1"/>
          <p:nvPr>
            <p:ph idx="18" type="body"/>
          </p:nvPr>
        </p:nvSpPr>
        <p:spPr>
          <a:xfrm>
            <a:off x="6160825" y="1743763"/>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3" name="Google Shape;163;p21"/>
          <p:cNvSpPr txBox="1"/>
          <p:nvPr>
            <p:ph idx="19" type="subTitle"/>
          </p:nvPr>
        </p:nvSpPr>
        <p:spPr>
          <a:xfrm>
            <a:off x="6164657" y="2640406"/>
            <a:ext cx="26868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21"/>
          <p:cNvSpPr txBox="1"/>
          <p:nvPr>
            <p:ph idx="20" type="body"/>
          </p:nvPr>
        </p:nvSpPr>
        <p:spPr>
          <a:xfrm>
            <a:off x="6160825" y="2978547"/>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5" name="Google Shape;165;p2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 name="Google Shape;166;p2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67" name="Google Shape;167;p21"/>
          <p:cNvSpPr/>
          <p:nvPr/>
        </p:nvSpPr>
        <p:spPr>
          <a:xfrm>
            <a:off x="298300" y="301050"/>
            <a:ext cx="56709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 name="Google Shape;168;p21"/>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vel Details">
  <p:cSld name="TITLE_3_1_1_1_1_1_1_1">
    <p:spTree>
      <p:nvGrpSpPr>
        <p:cNvPr id="169" name="Shape 169"/>
        <p:cNvGrpSpPr/>
        <p:nvPr/>
      </p:nvGrpSpPr>
      <p:grpSpPr>
        <a:xfrm>
          <a:off x="0" y="0"/>
          <a:ext cx="0" cy="0"/>
          <a:chOff x="0" y="0"/>
          <a:chExt cx="0" cy="0"/>
        </a:xfrm>
      </p:grpSpPr>
      <p:sp>
        <p:nvSpPr>
          <p:cNvPr id="170" name="Google Shape;170;p22"/>
          <p:cNvSpPr/>
          <p:nvPr/>
        </p:nvSpPr>
        <p:spPr>
          <a:xfrm>
            <a:off x="298300" y="301050"/>
            <a:ext cx="35340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 name="Google Shape;171;p22"/>
          <p:cNvSpPr txBox="1"/>
          <p:nvPr>
            <p:ph type="title"/>
          </p:nvPr>
        </p:nvSpPr>
        <p:spPr>
          <a:xfrm>
            <a:off x="279178" y="338025"/>
            <a:ext cx="35379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2" name="Google Shape;172;p22"/>
          <p:cNvSpPr/>
          <p:nvPr>
            <p:ph idx="2" type="pic"/>
          </p:nvPr>
        </p:nvSpPr>
        <p:spPr>
          <a:xfrm>
            <a:off x="3836145" y="1334531"/>
            <a:ext cx="1488300" cy="1557900"/>
          </a:xfrm>
          <a:prstGeom prst="rect">
            <a:avLst/>
          </a:prstGeom>
          <a:noFill/>
          <a:ln cap="flat" cmpd="sng" w="19050">
            <a:solidFill>
              <a:schemeClr val="dk1"/>
            </a:solidFill>
            <a:prstDash val="solid"/>
            <a:round/>
            <a:headEnd len="sm" w="sm" type="none"/>
            <a:tailEnd len="sm" w="sm" type="none"/>
          </a:ln>
        </p:spPr>
      </p:sp>
      <p:sp>
        <p:nvSpPr>
          <p:cNvPr id="173" name="Google Shape;173;p22"/>
          <p:cNvSpPr/>
          <p:nvPr>
            <p:ph idx="3" type="pic"/>
          </p:nvPr>
        </p:nvSpPr>
        <p:spPr>
          <a:xfrm>
            <a:off x="3836145" y="2892484"/>
            <a:ext cx="1488300" cy="1557900"/>
          </a:xfrm>
          <a:prstGeom prst="rect">
            <a:avLst/>
          </a:prstGeom>
          <a:noFill/>
          <a:ln cap="flat" cmpd="sng" w="19050">
            <a:solidFill>
              <a:schemeClr val="dk1"/>
            </a:solidFill>
            <a:prstDash val="solid"/>
            <a:round/>
            <a:headEnd len="sm" w="sm" type="none"/>
            <a:tailEnd len="sm" w="sm" type="none"/>
          </a:ln>
        </p:spPr>
      </p:sp>
      <p:sp>
        <p:nvSpPr>
          <p:cNvPr id="174" name="Google Shape;174;p22"/>
          <p:cNvSpPr/>
          <p:nvPr/>
        </p:nvSpPr>
        <p:spPr>
          <a:xfrm>
            <a:off x="5324404" y="2374069"/>
            <a:ext cx="2480100" cy="2086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 name="Google Shape;175;p22"/>
          <p:cNvSpPr txBox="1"/>
          <p:nvPr>
            <p:ph idx="1" type="body"/>
          </p:nvPr>
        </p:nvSpPr>
        <p:spPr>
          <a:xfrm>
            <a:off x="5321031" y="2388890"/>
            <a:ext cx="2480100" cy="2061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 name="Google Shape;176;p22"/>
          <p:cNvSpPr/>
          <p:nvPr/>
        </p:nvSpPr>
        <p:spPr>
          <a:xfrm>
            <a:off x="5324434" y="790425"/>
            <a:ext cx="3021000" cy="1584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 name="Google Shape;177;p22"/>
          <p:cNvSpPr/>
          <p:nvPr/>
        </p:nvSpPr>
        <p:spPr>
          <a:xfrm>
            <a:off x="842990" y="908254"/>
            <a:ext cx="2989200" cy="2589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 name="Google Shape;178;p22"/>
          <p:cNvSpPr txBox="1"/>
          <p:nvPr>
            <p:ph idx="4" type="body"/>
          </p:nvPr>
        </p:nvSpPr>
        <p:spPr>
          <a:xfrm>
            <a:off x="866096" y="1255168"/>
            <a:ext cx="2951100" cy="2226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9" name="Google Shape;179;p22"/>
          <p:cNvSpPr txBox="1"/>
          <p:nvPr>
            <p:ph idx="5" type="body"/>
          </p:nvPr>
        </p:nvSpPr>
        <p:spPr>
          <a:xfrm>
            <a:off x="5321025" y="801853"/>
            <a:ext cx="3016500" cy="158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0" name="Google Shape;180;p22"/>
          <p:cNvSpPr txBox="1"/>
          <p:nvPr>
            <p:ph idx="6" type="subTitle"/>
          </p:nvPr>
        </p:nvSpPr>
        <p:spPr>
          <a:xfrm>
            <a:off x="854800" y="922100"/>
            <a:ext cx="2951100" cy="557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 name="Google Shape;182;p2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3_1_1_1_1_1_1_1_1">
    <p:spTree>
      <p:nvGrpSpPr>
        <p:cNvPr id="183" name="Shape 183"/>
        <p:cNvGrpSpPr/>
        <p:nvPr/>
      </p:nvGrpSpPr>
      <p:grpSpPr>
        <a:xfrm>
          <a:off x="0" y="0"/>
          <a:ext cx="0" cy="0"/>
          <a:chOff x="0" y="0"/>
          <a:chExt cx="0" cy="0"/>
        </a:xfrm>
      </p:grpSpPr>
      <p:sp>
        <p:nvSpPr>
          <p:cNvPr id="184" name="Google Shape;184;p23"/>
          <p:cNvSpPr/>
          <p:nvPr/>
        </p:nvSpPr>
        <p:spPr>
          <a:xfrm>
            <a:off x="3263350" y="1223800"/>
            <a:ext cx="2617200" cy="2725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 name="Google Shape;185;p23"/>
          <p:cNvSpPr txBox="1"/>
          <p:nvPr>
            <p:ph idx="1" type="subTitle"/>
          </p:nvPr>
        </p:nvSpPr>
        <p:spPr>
          <a:xfrm>
            <a:off x="32634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23"/>
          <p:cNvSpPr/>
          <p:nvPr/>
        </p:nvSpPr>
        <p:spPr>
          <a:xfrm>
            <a:off x="643300" y="1223800"/>
            <a:ext cx="2617200" cy="27255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 name="Google Shape;187;p23"/>
          <p:cNvSpPr txBox="1"/>
          <p:nvPr>
            <p:ph idx="2" type="body"/>
          </p:nvPr>
        </p:nvSpPr>
        <p:spPr>
          <a:xfrm>
            <a:off x="6501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8" name="Google Shape;188;p23"/>
          <p:cNvSpPr/>
          <p:nvPr/>
        </p:nvSpPr>
        <p:spPr>
          <a:xfrm>
            <a:off x="5883400" y="1223800"/>
            <a:ext cx="2617200" cy="2725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9" name="Google Shape;189;p23"/>
          <p:cNvSpPr txBox="1"/>
          <p:nvPr>
            <p:ph idx="3" type="subTitle"/>
          </p:nvPr>
        </p:nvSpPr>
        <p:spPr>
          <a:xfrm>
            <a:off x="58835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23"/>
          <p:cNvSpPr txBox="1"/>
          <p:nvPr>
            <p:ph idx="4" type="body"/>
          </p:nvPr>
        </p:nvSpPr>
        <p:spPr>
          <a:xfrm>
            <a:off x="546686" y="3949300"/>
            <a:ext cx="2404800" cy="399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1" name="Google Shape;191;p23"/>
          <p:cNvSpPr txBox="1"/>
          <p:nvPr>
            <p:ph idx="5" type="subTitle"/>
          </p:nvPr>
        </p:nvSpPr>
        <p:spPr>
          <a:xfrm>
            <a:off x="6463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23"/>
          <p:cNvSpPr txBox="1"/>
          <p:nvPr>
            <p:ph idx="6" type="body"/>
          </p:nvPr>
        </p:nvSpPr>
        <p:spPr>
          <a:xfrm>
            <a:off x="32648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3" name="Google Shape;193;p23"/>
          <p:cNvSpPr txBox="1"/>
          <p:nvPr>
            <p:ph idx="7" type="body"/>
          </p:nvPr>
        </p:nvSpPr>
        <p:spPr>
          <a:xfrm>
            <a:off x="588340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4" name="Google Shape;194;p23"/>
          <p:cNvSpPr txBox="1"/>
          <p:nvPr>
            <p:ph idx="8" type="body"/>
          </p:nvPr>
        </p:nvSpPr>
        <p:spPr>
          <a:xfrm>
            <a:off x="65015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5" name="Google Shape;195;p23"/>
          <p:cNvSpPr txBox="1"/>
          <p:nvPr>
            <p:ph idx="9" type="body"/>
          </p:nvPr>
        </p:nvSpPr>
        <p:spPr>
          <a:xfrm>
            <a:off x="18804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6" name="Google Shape;196;p23"/>
          <p:cNvSpPr txBox="1"/>
          <p:nvPr>
            <p:ph idx="13" type="body"/>
          </p:nvPr>
        </p:nvSpPr>
        <p:spPr>
          <a:xfrm>
            <a:off x="32667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7" name="Google Shape;197;p23"/>
          <p:cNvSpPr txBox="1"/>
          <p:nvPr>
            <p:ph idx="14" type="body"/>
          </p:nvPr>
        </p:nvSpPr>
        <p:spPr>
          <a:xfrm>
            <a:off x="44971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8" name="Google Shape;198;p23"/>
          <p:cNvSpPr txBox="1"/>
          <p:nvPr>
            <p:ph idx="15" type="body"/>
          </p:nvPr>
        </p:nvSpPr>
        <p:spPr>
          <a:xfrm>
            <a:off x="58834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9" name="Google Shape;199;p23"/>
          <p:cNvSpPr txBox="1"/>
          <p:nvPr>
            <p:ph idx="16" type="body"/>
          </p:nvPr>
        </p:nvSpPr>
        <p:spPr>
          <a:xfrm>
            <a:off x="711372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0" name="Google Shape;200;p2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 name="Google Shape;201;p2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02" name="Google Shape;202;p23"/>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 name="Google Shape;203;p2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Pros and Cons">
  <p:cSld name="TITLE_3_1_1_1_1_1_1_1_1_1">
    <p:spTree>
      <p:nvGrpSpPr>
        <p:cNvPr id="204" name="Shape 204"/>
        <p:cNvGrpSpPr/>
        <p:nvPr/>
      </p:nvGrpSpPr>
      <p:grpSpPr>
        <a:xfrm>
          <a:off x="0" y="0"/>
          <a:ext cx="0" cy="0"/>
          <a:chOff x="0" y="0"/>
          <a:chExt cx="0" cy="0"/>
        </a:xfrm>
      </p:grpSpPr>
      <p:sp>
        <p:nvSpPr>
          <p:cNvPr id="205" name="Google Shape;205;p24"/>
          <p:cNvSpPr/>
          <p:nvPr/>
        </p:nvSpPr>
        <p:spPr>
          <a:xfrm>
            <a:off x="298286" y="2469752"/>
            <a:ext cx="2849400" cy="2367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 name="Google Shape;206;p24"/>
          <p:cNvSpPr/>
          <p:nvPr/>
        </p:nvSpPr>
        <p:spPr>
          <a:xfrm>
            <a:off x="3148000" y="2469752"/>
            <a:ext cx="2849400" cy="2367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 name="Google Shape;207;p24"/>
          <p:cNvSpPr/>
          <p:nvPr/>
        </p:nvSpPr>
        <p:spPr>
          <a:xfrm>
            <a:off x="5984943" y="2469752"/>
            <a:ext cx="2849400" cy="2367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 name="Google Shape;208;p24"/>
          <p:cNvSpPr/>
          <p:nvPr>
            <p:ph idx="2" type="pic"/>
          </p:nvPr>
        </p:nvSpPr>
        <p:spPr>
          <a:xfrm>
            <a:off x="299192" y="1071125"/>
            <a:ext cx="2861400" cy="1401600"/>
          </a:xfrm>
          <a:prstGeom prst="rect">
            <a:avLst/>
          </a:prstGeom>
          <a:noFill/>
          <a:ln cap="flat" cmpd="sng" w="19050">
            <a:solidFill>
              <a:schemeClr val="dk1"/>
            </a:solidFill>
            <a:prstDash val="solid"/>
            <a:round/>
            <a:headEnd len="sm" w="sm" type="none"/>
            <a:tailEnd len="sm" w="sm" type="none"/>
          </a:ln>
        </p:spPr>
      </p:sp>
      <p:sp>
        <p:nvSpPr>
          <p:cNvPr id="209" name="Google Shape;209;p24"/>
          <p:cNvSpPr/>
          <p:nvPr>
            <p:ph idx="3" type="pic"/>
          </p:nvPr>
        </p:nvSpPr>
        <p:spPr>
          <a:xfrm>
            <a:off x="3147675" y="1071125"/>
            <a:ext cx="2837100" cy="1401600"/>
          </a:xfrm>
          <a:prstGeom prst="rect">
            <a:avLst/>
          </a:prstGeom>
          <a:noFill/>
          <a:ln cap="flat" cmpd="sng" w="19050">
            <a:solidFill>
              <a:schemeClr val="dk1"/>
            </a:solidFill>
            <a:prstDash val="solid"/>
            <a:round/>
            <a:headEnd len="sm" w="sm" type="none"/>
            <a:tailEnd len="sm" w="sm" type="none"/>
          </a:ln>
        </p:spPr>
      </p:sp>
      <p:sp>
        <p:nvSpPr>
          <p:cNvPr id="210" name="Google Shape;210;p24"/>
          <p:cNvSpPr/>
          <p:nvPr>
            <p:ph idx="4" type="pic"/>
          </p:nvPr>
        </p:nvSpPr>
        <p:spPr>
          <a:xfrm>
            <a:off x="5984750" y="1071125"/>
            <a:ext cx="2849400" cy="1401600"/>
          </a:xfrm>
          <a:prstGeom prst="rect">
            <a:avLst/>
          </a:prstGeom>
          <a:noFill/>
          <a:ln cap="flat" cmpd="sng" w="19050">
            <a:solidFill>
              <a:schemeClr val="dk1"/>
            </a:solidFill>
            <a:prstDash val="solid"/>
            <a:round/>
            <a:headEnd len="sm" w="sm" type="none"/>
            <a:tailEnd len="sm" w="sm" type="none"/>
          </a:ln>
        </p:spPr>
      </p:sp>
      <p:sp>
        <p:nvSpPr>
          <p:cNvPr id="211" name="Google Shape;211;p24"/>
          <p:cNvSpPr txBox="1"/>
          <p:nvPr>
            <p:ph idx="1" type="subTitle"/>
          </p:nvPr>
        </p:nvSpPr>
        <p:spPr>
          <a:xfrm>
            <a:off x="313140"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4"/>
          <p:cNvSpPr txBox="1"/>
          <p:nvPr>
            <p:ph idx="5" type="body"/>
          </p:nvPr>
        </p:nvSpPr>
        <p:spPr>
          <a:xfrm>
            <a:off x="3157834"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 name="Google Shape;213;p24"/>
          <p:cNvSpPr txBox="1"/>
          <p:nvPr>
            <p:ph idx="6" type="body"/>
          </p:nvPr>
        </p:nvSpPr>
        <p:spPr>
          <a:xfrm>
            <a:off x="6001839"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4" name="Google Shape;214;p24"/>
          <p:cNvSpPr txBox="1"/>
          <p:nvPr>
            <p:ph idx="7" type="body"/>
          </p:nvPr>
        </p:nvSpPr>
        <p:spPr>
          <a:xfrm>
            <a:off x="317282"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5" name="Google Shape;215;p24"/>
          <p:cNvSpPr txBox="1"/>
          <p:nvPr>
            <p:ph idx="8" type="subTitle"/>
          </p:nvPr>
        </p:nvSpPr>
        <p:spPr>
          <a:xfrm>
            <a:off x="3153692"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24"/>
          <p:cNvSpPr txBox="1"/>
          <p:nvPr>
            <p:ph idx="9" type="subTitle"/>
          </p:nvPr>
        </p:nvSpPr>
        <p:spPr>
          <a:xfrm>
            <a:off x="5997697"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2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 name="Google Shape;218;p2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19" name="Google Shape;219;p2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 name="Google Shape;220;p2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dditional Points">
  <p:cSld name="TITLE_3_1_1_1_1_1_1_1_1_1_1">
    <p:spTree>
      <p:nvGrpSpPr>
        <p:cNvPr id="221" name="Shape 221"/>
        <p:cNvGrpSpPr/>
        <p:nvPr/>
      </p:nvGrpSpPr>
      <p:grpSpPr>
        <a:xfrm>
          <a:off x="0" y="0"/>
          <a:ext cx="0" cy="0"/>
          <a:chOff x="0" y="0"/>
          <a:chExt cx="0" cy="0"/>
        </a:xfrm>
      </p:grpSpPr>
      <p:sp>
        <p:nvSpPr>
          <p:cNvPr id="222" name="Google Shape;222;p25"/>
          <p:cNvSpPr/>
          <p:nvPr/>
        </p:nvSpPr>
        <p:spPr>
          <a:xfrm>
            <a:off x="298300" y="1216800"/>
            <a:ext cx="34914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3" name="Google Shape;223;p25"/>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25"/>
          <p:cNvSpPr/>
          <p:nvPr>
            <p:ph idx="2" type="pic"/>
          </p:nvPr>
        </p:nvSpPr>
        <p:spPr>
          <a:xfrm>
            <a:off x="3789350" y="1216800"/>
            <a:ext cx="5062200" cy="3622200"/>
          </a:xfrm>
          <a:prstGeom prst="rect">
            <a:avLst/>
          </a:prstGeom>
          <a:noFill/>
          <a:ln cap="flat" cmpd="sng" w="19050">
            <a:solidFill>
              <a:schemeClr val="dk1"/>
            </a:solidFill>
            <a:prstDash val="solid"/>
            <a:round/>
            <a:headEnd len="sm" w="sm" type="none"/>
            <a:tailEnd len="sm" w="sm" type="none"/>
          </a:ln>
        </p:spPr>
      </p:sp>
      <p:sp>
        <p:nvSpPr>
          <p:cNvPr id="225" name="Google Shape;225;p25"/>
          <p:cNvSpPr txBox="1"/>
          <p:nvPr>
            <p:ph idx="3"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6" name="Google Shape;226;p25"/>
          <p:cNvSpPr txBox="1"/>
          <p:nvPr>
            <p:ph idx="4"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25"/>
          <p:cNvSpPr txBox="1"/>
          <p:nvPr>
            <p:ph idx="5"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25"/>
          <p:cNvSpPr txBox="1"/>
          <p:nvPr>
            <p:ph idx="6"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25"/>
          <p:cNvSpPr txBox="1"/>
          <p:nvPr>
            <p:ph idx="7"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0" name="Google Shape;230;p2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 name="Google Shape;231;p2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2" name="Google Shape;232;p2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3" name="Google Shape;233;p2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3_1_1_1_1_1_1_1_1_1_1_2">
    <p:spTree>
      <p:nvGrpSpPr>
        <p:cNvPr id="234" name="Shape 234"/>
        <p:cNvGrpSpPr/>
        <p:nvPr/>
      </p:nvGrpSpPr>
      <p:grpSpPr>
        <a:xfrm>
          <a:off x="0" y="0"/>
          <a:ext cx="0" cy="0"/>
          <a:chOff x="0" y="0"/>
          <a:chExt cx="0" cy="0"/>
        </a:xfrm>
      </p:grpSpPr>
      <p:sp>
        <p:nvSpPr>
          <p:cNvPr id="235" name="Google Shape;235;p26"/>
          <p:cNvSpPr/>
          <p:nvPr/>
        </p:nvSpPr>
        <p:spPr>
          <a:xfrm>
            <a:off x="298300" y="1213300"/>
            <a:ext cx="56469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6" name="Google Shape;236;p26"/>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7" name="Google Shape;237;p2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8" name="Google Shape;238;p2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9" name="Google Shape;239;p2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0" name="Google Shape;240;p2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3_1_1_1_1_1_1_1_1_1_1_2_2">
    <p:spTree>
      <p:nvGrpSpPr>
        <p:cNvPr id="241" name="Shape 241"/>
        <p:cNvGrpSpPr/>
        <p:nvPr/>
      </p:nvGrpSpPr>
      <p:grpSpPr>
        <a:xfrm>
          <a:off x="0" y="0"/>
          <a:ext cx="0" cy="0"/>
          <a:chOff x="0" y="0"/>
          <a:chExt cx="0" cy="0"/>
        </a:xfrm>
      </p:grpSpPr>
      <p:sp>
        <p:nvSpPr>
          <p:cNvPr id="242" name="Google Shape;242;p27"/>
          <p:cNvSpPr/>
          <p:nvPr/>
        </p:nvSpPr>
        <p:spPr>
          <a:xfrm>
            <a:off x="298300" y="1213300"/>
            <a:ext cx="56469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3" name="Google Shape;243;p27"/>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4" name="Google Shape;244;p2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5" name="Google Shape;245;p2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46" name="Google Shape;246;p2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 name="Google Shape;247;p2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3_1_1_1_1_1_1_1_1_1_1_2_1">
    <p:spTree>
      <p:nvGrpSpPr>
        <p:cNvPr id="248" name="Shape 248"/>
        <p:cNvGrpSpPr/>
        <p:nvPr/>
      </p:nvGrpSpPr>
      <p:grpSpPr>
        <a:xfrm>
          <a:off x="0" y="0"/>
          <a:ext cx="0" cy="0"/>
          <a:chOff x="0" y="0"/>
          <a:chExt cx="0" cy="0"/>
        </a:xfrm>
      </p:grpSpPr>
      <p:sp>
        <p:nvSpPr>
          <p:cNvPr id="249" name="Google Shape;249;p28"/>
          <p:cNvSpPr/>
          <p:nvPr/>
        </p:nvSpPr>
        <p:spPr>
          <a:xfrm>
            <a:off x="298300" y="1213300"/>
            <a:ext cx="40788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 name="Google Shape;250;p28"/>
          <p:cNvSpPr txBox="1"/>
          <p:nvPr>
            <p:ph idx="1" type="body"/>
          </p:nvPr>
        </p:nvSpPr>
        <p:spPr>
          <a:xfrm>
            <a:off x="2983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1" name="Google Shape;251;p28"/>
          <p:cNvSpPr/>
          <p:nvPr/>
        </p:nvSpPr>
        <p:spPr>
          <a:xfrm>
            <a:off x="4377100" y="1213300"/>
            <a:ext cx="40788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 name="Google Shape;252;p28"/>
          <p:cNvSpPr txBox="1"/>
          <p:nvPr>
            <p:ph idx="2" type="body"/>
          </p:nvPr>
        </p:nvSpPr>
        <p:spPr>
          <a:xfrm>
            <a:off x="43771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3" name="Google Shape;253;p2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4" name="Google Shape;254;p2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55" name="Google Shape;255;p2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 name="Google Shape;256;p2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lth and Safety">
  <p:cSld name="TITLE_3_1_1_1_1_1_1_1_1_1_1_1">
    <p:spTree>
      <p:nvGrpSpPr>
        <p:cNvPr id="257" name="Shape 257"/>
        <p:cNvGrpSpPr/>
        <p:nvPr/>
      </p:nvGrpSpPr>
      <p:grpSpPr>
        <a:xfrm>
          <a:off x="0" y="0"/>
          <a:ext cx="0" cy="0"/>
          <a:chOff x="0" y="0"/>
          <a:chExt cx="0" cy="0"/>
        </a:xfrm>
      </p:grpSpPr>
      <p:sp>
        <p:nvSpPr>
          <p:cNvPr id="258" name="Google Shape;258;p29"/>
          <p:cNvSpPr/>
          <p:nvPr>
            <p:ph idx="2" type="pic"/>
          </p:nvPr>
        </p:nvSpPr>
        <p:spPr>
          <a:xfrm>
            <a:off x="3789500" y="1216033"/>
            <a:ext cx="2512800" cy="2711400"/>
          </a:xfrm>
          <a:prstGeom prst="rect">
            <a:avLst/>
          </a:prstGeom>
          <a:noFill/>
          <a:ln cap="flat" cmpd="sng" w="19050">
            <a:solidFill>
              <a:schemeClr val="dk1"/>
            </a:solidFill>
            <a:prstDash val="solid"/>
            <a:round/>
            <a:headEnd len="sm" w="sm" type="none"/>
            <a:tailEnd len="sm" w="sm" type="none"/>
          </a:ln>
        </p:spPr>
      </p:sp>
      <p:sp>
        <p:nvSpPr>
          <p:cNvPr id="259" name="Google Shape;259;p29"/>
          <p:cNvSpPr/>
          <p:nvPr/>
        </p:nvSpPr>
        <p:spPr>
          <a:xfrm>
            <a:off x="6300850" y="1795700"/>
            <a:ext cx="991200" cy="504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0" name="Google Shape;260;p29"/>
          <p:cNvSpPr/>
          <p:nvPr>
            <p:ph idx="3" type="pic"/>
          </p:nvPr>
        </p:nvSpPr>
        <p:spPr>
          <a:xfrm>
            <a:off x="6302375" y="2298975"/>
            <a:ext cx="2476800" cy="2539800"/>
          </a:xfrm>
          <a:prstGeom prst="rect">
            <a:avLst/>
          </a:prstGeom>
          <a:noFill/>
          <a:ln cap="flat" cmpd="sng" w="19050">
            <a:solidFill>
              <a:schemeClr val="dk1"/>
            </a:solidFill>
            <a:prstDash val="solid"/>
            <a:round/>
            <a:headEnd len="sm" w="sm" type="none"/>
            <a:tailEnd len="sm" w="sm" type="none"/>
          </a:ln>
        </p:spPr>
      </p:sp>
      <p:sp>
        <p:nvSpPr>
          <p:cNvPr id="261" name="Google Shape;261;p29"/>
          <p:cNvSpPr/>
          <p:nvPr/>
        </p:nvSpPr>
        <p:spPr>
          <a:xfrm>
            <a:off x="298300" y="1216800"/>
            <a:ext cx="34914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 name="Google Shape;262;p29"/>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9"/>
          <p:cNvSpPr txBox="1"/>
          <p:nvPr>
            <p:ph idx="4"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4" name="Google Shape;264;p29"/>
          <p:cNvSpPr txBox="1"/>
          <p:nvPr>
            <p:ph idx="5"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29"/>
          <p:cNvSpPr txBox="1"/>
          <p:nvPr>
            <p:ph idx="6"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6" name="Google Shape;266;p29"/>
          <p:cNvSpPr txBox="1"/>
          <p:nvPr>
            <p:ph idx="7"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8"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p:nvPr/>
        </p:nvSpPr>
        <p:spPr>
          <a:xfrm>
            <a:off x="3789500" y="3927425"/>
            <a:ext cx="2512800" cy="549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9" name="Google Shape;269;p2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0" name="Google Shape;270;p2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1" name="Google Shape;271;p29"/>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 name="Google Shape;272;p2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ommendations">
  <p:cSld name="TITLE_3_1_1_1_1_1_1_1_1_1_1_1_1">
    <p:spTree>
      <p:nvGrpSpPr>
        <p:cNvPr id="273" name="Shape 273"/>
        <p:cNvGrpSpPr/>
        <p:nvPr/>
      </p:nvGrpSpPr>
      <p:grpSpPr>
        <a:xfrm>
          <a:off x="0" y="0"/>
          <a:ext cx="0" cy="0"/>
          <a:chOff x="0" y="0"/>
          <a:chExt cx="0" cy="0"/>
        </a:xfrm>
      </p:grpSpPr>
      <p:sp>
        <p:nvSpPr>
          <p:cNvPr id="274" name="Google Shape;274;p30"/>
          <p:cNvSpPr/>
          <p:nvPr/>
        </p:nvSpPr>
        <p:spPr>
          <a:xfrm>
            <a:off x="1694350" y="1223800"/>
            <a:ext cx="5755200" cy="3534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5" name="Google Shape;275;p30"/>
          <p:cNvSpPr txBox="1"/>
          <p:nvPr>
            <p:ph idx="1" type="body"/>
          </p:nvPr>
        </p:nvSpPr>
        <p:spPr>
          <a:xfrm>
            <a:off x="1705750" y="1223400"/>
            <a:ext cx="5755200" cy="353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6" name="Google Shape;276;p3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 name="Google Shape;277;p3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8" name="Google Shape;278;p30"/>
          <p:cNvSpPr/>
          <p:nvPr/>
        </p:nvSpPr>
        <p:spPr>
          <a:xfrm>
            <a:off x="298300" y="301050"/>
            <a:ext cx="55851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 name="Google Shape;279;p3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cision Making Timelines">
  <p:cSld name="TITLE_3_1_1_1_1_1_1_1_1_1_1_1_1_1">
    <p:spTree>
      <p:nvGrpSpPr>
        <p:cNvPr id="280" name="Shape 280"/>
        <p:cNvGrpSpPr/>
        <p:nvPr/>
      </p:nvGrpSpPr>
      <p:grpSpPr>
        <a:xfrm>
          <a:off x="0" y="0"/>
          <a:ext cx="0" cy="0"/>
          <a:chOff x="0" y="0"/>
          <a:chExt cx="0" cy="0"/>
        </a:xfrm>
      </p:grpSpPr>
      <p:sp>
        <p:nvSpPr>
          <p:cNvPr id="281" name="Google Shape;281;p31"/>
          <p:cNvSpPr txBox="1"/>
          <p:nvPr>
            <p:ph idx="1" type="subTitle"/>
          </p:nvPr>
        </p:nvSpPr>
        <p:spPr>
          <a:xfrm>
            <a:off x="97462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1"/>
          <p:cNvSpPr txBox="1"/>
          <p:nvPr>
            <p:ph idx="2" type="subTitle"/>
          </p:nvPr>
        </p:nvSpPr>
        <p:spPr>
          <a:xfrm>
            <a:off x="1947538"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31"/>
          <p:cNvSpPr txBox="1"/>
          <p:nvPr>
            <p:ph idx="3" type="subTitle"/>
          </p:nvPr>
        </p:nvSpPr>
        <p:spPr>
          <a:xfrm>
            <a:off x="292045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1"/>
          <p:cNvSpPr txBox="1"/>
          <p:nvPr>
            <p:ph idx="4" type="subTitle"/>
          </p:nvPr>
        </p:nvSpPr>
        <p:spPr>
          <a:xfrm>
            <a:off x="3893363"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31"/>
          <p:cNvSpPr txBox="1"/>
          <p:nvPr>
            <p:ph idx="5" type="subTitle"/>
          </p:nvPr>
        </p:nvSpPr>
        <p:spPr>
          <a:xfrm>
            <a:off x="486627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31"/>
          <p:cNvSpPr txBox="1"/>
          <p:nvPr>
            <p:ph idx="6" type="subTitle"/>
          </p:nvPr>
        </p:nvSpPr>
        <p:spPr>
          <a:xfrm>
            <a:off x="5839189"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31"/>
          <p:cNvSpPr txBox="1"/>
          <p:nvPr>
            <p:ph idx="7" type="subTitle"/>
          </p:nvPr>
        </p:nvSpPr>
        <p:spPr>
          <a:xfrm>
            <a:off x="681210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1"/>
          <p:cNvSpPr txBox="1"/>
          <p:nvPr>
            <p:ph idx="8" type="subTitle"/>
          </p:nvPr>
        </p:nvSpPr>
        <p:spPr>
          <a:xfrm>
            <a:off x="7785014"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9" name="Google Shape;289;p31"/>
          <p:cNvCxnSpPr/>
          <p:nvPr/>
        </p:nvCxnSpPr>
        <p:spPr>
          <a:xfrm>
            <a:off x="326031" y="3827919"/>
            <a:ext cx="8309100" cy="0"/>
          </a:xfrm>
          <a:prstGeom prst="straightConnector1">
            <a:avLst/>
          </a:prstGeom>
          <a:noFill/>
          <a:ln cap="flat" cmpd="sng" w="19050">
            <a:solidFill>
              <a:schemeClr val="dk1"/>
            </a:solidFill>
            <a:prstDash val="solid"/>
            <a:round/>
            <a:headEnd len="med" w="med" type="none"/>
            <a:tailEnd len="med" w="med" type="none"/>
          </a:ln>
        </p:spPr>
      </p:cxnSp>
      <p:cxnSp>
        <p:nvCxnSpPr>
          <p:cNvPr id="290" name="Google Shape;290;p31"/>
          <p:cNvCxnSpPr/>
          <p:nvPr/>
        </p:nvCxnSpPr>
        <p:spPr>
          <a:xfrm>
            <a:off x="1060840"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1" name="Google Shape;291;p31"/>
          <p:cNvCxnSpPr/>
          <p:nvPr/>
        </p:nvCxnSpPr>
        <p:spPr>
          <a:xfrm>
            <a:off x="2039296"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2" name="Google Shape;292;p31"/>
          <p:cNvCxnSpPr/>
          <p:nvPr/>
        </p:nvCxnSpPr>
        <p:spPr>
          <a:xfrm>
            <a:off x="3011282"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3" name="Google Shape;293;p31"/>
          <p:cNvCxnSpPr/>
          <p:nvPr/>
        </p:nvCxnSpPr>
        <p:spPr>
          <a:xfrm>
            <a:off x="3989739"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4" name="Google Shape;294;p31"/>
          <p:cNvCxnSpPr/>
          <p:nvPr/>
        </p:nvCxnSpPr>
        <p:spPr>
          <a:xfrm>
            <a:off x="4968195"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5" name="Google Shape;295;p31"/>
          <p:cNvCxnSpPr/>
          <p:nvPr/>
        </p:nvCxnSpPr>
        <p:spPr>
          <a:xfrm>
            <a:off x="5939111"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6" name="Google Shape;296;p31"/>
          <p:cNvCxnSpPr/>
          <p:nvPr/>
        </p:nvCxnSpPr>
        <p:spPr>
          <a:xfrm>
            <a:off x="6911098"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7" name="Google Shape;297;p31"/>
          <p:cNvCxnSpPr/>
          <p:nvPr/>
        </p:nvCxnSpPr>
        <p:spPr>
          <a:xfrm>
            <a:off x="7888483"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8" name="Google Shape;298;p31"/>
          <p:cNvCxnSpPr/>
          <p:nvPr/>
        </p:nvCxnSpPr>
        <p:spPr>
          <a:xfrm>
            <a:off x="15543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299" name="Google Shape;299;p31"/>
          <p:cNvCxnSpPr/>
          <p:nvPr/>
        </p:nvCxnSpPr>
        <p:spPr>
          <a:xfrm>
            <a:off x="2532830"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0" name="Google Shape;300;p31"/>
          <p:cNvCxnSpPr/>
          <p:nvPr/>
        </p:nvCxnSpPr>
        <p:spPr>
          <a:xfrm>
            <a:off x="3504816"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1" name="Google Shape;301;p31"/>
          <p:cNvCxnSpPr/>
          <p:nvPr/>
        </p:nvCxnSpPr>
        <p:spPr>
          <a:xfrm>
            <a:off x="44832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2" name="Google Shape;302;p31"/>
          <p:cNvCxnSpPr/>
          <p:nvPr/>
        </p:nvCxnSpPr>
        <p:spPr>
          <a:xfrm>
            <a:off x="5461729"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3" name="Google Shape;303;p31"/>
          <p:cNvCxnSpPr/>
          <p:nvPr/>
        </p:nvCxnSpPr>
        <p:spPr>
          <a:xfrm>
            <a:off x="6432645"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4" name="Google Shape;304;p31"/>
          <p:cNvCxnSpPr/>
          <p:nvPr/>
        </p:nvCxnSpPr>
        <p:spPr>
          <a:xfrm>
            <a:off x="7404631"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5" name="Google Shape;305;p31"/>
          <p:cNvCxnSpPr/>
          <p:nvPr/>
        </p:nvCxnSpPr>
        <p:spPr>
          <a:xfrm>
            <a:off x="8382017"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6" name="Google Shape;306;p31"/>
          <p:cNvCxnSpPr/>
          <p:nvPr/>
        </p:nvCxnSpPr>
        <p:spPr>
          <a:xfrm>
            <a:off x="567306" y="3331452"/>
            <a:ext cx="0" cy="505800"/>
          </a:xfrm>
          <a:prstGeom prst="straightConnector1">
            <a:avLst/>
          </a:prstGeom>
          <a:noFill/>
          <a:ln cap="flat" cmpd="sng" w="19050">
            <a:solidFill>
              <a:schemeClr val="dk1"/>
            </a:solidFill>
            <a:prstDash val="solid"/>
            <a:round/>
            <a:headEnd len="med" w="med" type="none"/>
            <a:tailEnd len="med" w="med" type="none"/>
          </a:ln>
        </p:spPr>
      </p:cxnSp>
      <p:sp>
        <p:nvSpPr>
          <p:cNvPr id="307" name="Google Shape;307;p31"/>
          <p:cNvSpPr txBox="1"/>
          <p:nvPr>
            <p:ph idx="9" type="body"/>
          </p:nvPr>
        </p:nvSpPr>
        <p:spPr>
          <a:xfrm>
            <a:off x="21972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8" name="Google Shape;308;p31"/>
          <p:cNvSpPr txBox="1"/>
          <p:nvPr>
            <p:ph idx="13" type="body"/>
          </p:nvPr>
        </p:nvSpPr>
        <p:spPr>
          <a:xfrm>
            <a:off x="1676863"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9" name="Google Shape;309;p31"/>
          <p:cNvSpPr txBox="1"/>
          <p:nvPr>
            <p:ph idx="14" type="body"/>
          </p:nvPr>
        </p:nvSpPr>
        <p:spPr>
          <a:xfrm>
            <a:off x="3156254"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0" name="Google Shape;310;p31"/>
          <p:cNvSpPr txBox="1"/>
          <p:nvPr>
            <p:ph idx="15" type="body"/>
          </p:nvPr>
        </p:nvSpPr>
        <p:spPr>
          <a:xfrm>
            <a:off x="387951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1" name="Google Shape;311;p31"/>
          <p:cNvSpPr txBox="1"/>
          <p:nvPr>
            <p:ph idx="16" type="body"/>
          </p:nvPr>
        </p:nvSpPr>
        <p:spPr>
          <a:xfrm>
            <a:off x="583534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2" name="Google Shape;312;p31"/>
          <p:cNvSpPr txBox="1"/>
          <p:nvPr>
            <p:ph idx="17" type="body"/>
          </p:nvPr>
        </p:nvSpPr>
        <p:spPr>
          <a:xfrm>
            <a:off x="730027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3" name="Google Shape;313;p31"/>
          <p:cNvSpPr txBox="1"/>
          <p:nvPr>
            <p:ph idx="18" type="body"/>
          </p:nvPr>
        </p:nvSpPr>
        <p:spPr>
          <a:xfrm>
            <a:off x="5213426"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4" name="Google Shape;314;p3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5" name="Google Shape;315;p3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16" name="Google Shape;316;p31"/>
          <p:cNvSpPr/>
          <p:nvPr/>
        </p:nvSpPr>
        <p:spPr>
          <a:xfrm>
            <a:off x="301794" y="301050"/>
            <a:ext cx="66093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7" name="Google Shape;317;p31"/>
          <p:cNvSpPr txBox="1"/>
          <p:nvPr>
            <p:ph type="title"/>
          </p:nvPr>
        </p:nvSpPr>
        <p:spPr>
          <a:xfrm>
            <a:off x="279173" y="338025"/>
            <a:ext cx="658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Outro Slide">
  <p:cSld name="TITLE_3_1_1_1_1_1_1_1_1_1_1_1_1_1_1">
    <p:spTree>
      <p:nvGrpSpPr>
        <p:cNvPr id="318" name="Shape 318"/>
        <p:cNvGrpSpPr/>
        <p:nvPr/>
      </p:nvGrpSpPr>
      <p:grpSpPr>
        <a:xfrm>
          <a:off x="0" y="0"/>
          <a:ext cx="0" cy="0"/>
          <a:chOff x="0" y="0"/>
          <a:chExt cx="0" cy="0"/>
        </a:xfrm>
      </p:grpSpPr>
      <p:sp>
        <p:nvSpPr>
          <p:cNvPr id="319" name="Google Shape;319;p32"/>
          <p:cNvSpPr/>
          <p:nvPr/>
        </p:nvSpPr>
        <p:spPr>
          <a:xfrm>
            <a:off x="4316871" y="2841579"/>
            <a:ext cx="1052100" cy="1086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0" name="Google Shape;320;p32"/>
          <p:cNvSpPr/>
          <p:nvPr/>
        </p:nvSpPr>
        <p:spPr>
          <a:xfrm>
            <a:off x="2213760" y="284815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1" name="Google Shape;321;p32"/>
          <p:cNvSpPr/>
          <p:nvPr/>
        </p:nvSpPr>
        <p:spPr>
          <a:xfrm>
            <a:off x="1172300" y="120820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2" name="Google Shape;322;p32"/>
          <p:cNvSpPr txBox="1"/>
          <p:nvPr>
            <p:ph type="title"/>
          </p:nvPr>
        </p:nvSpPr>
        <p:spPr>
          <a:xfrm>
            <a:off x="1172300" y="120820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3" name="Google Shape;323;p32"/>
          <p:cNvSpPr/>
          <p:nvPr/>
        </p:nvSpPr>
        <p:spPr>
          <a:xfrm>
            <a:off x="4316873" y="230015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4" name="Google Shape;324;p32"/>
          <p:cNvSpPr txBox="1"/>
          <p:nvPr>
            <p:ph idx="2" type="title"/>
          </p:nvPr>
        </p:nvSpPr>
        <p:spPr>
          <a:xfrm>
            <a:off x="4316875" y="2841575"/>
            <a:ext cx="1052100" cy="1086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5" name="Google Shape;325;p3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6" name="Google Shape;326;p3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0">
    <p:spTree>
      <p:nvGrpSpPr>
        <p:cNvPr id="327" name="Shape 32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
    <p:spTree>
      <p:nvGrpSpPr>
        <p:cNvPr id="328" name="Shape 328"/>
        <p:cNvGrpSpPr/>
        <p:nvPr/>
      </p:nvGrpSpPr>
      <p:grpSpPr>
        <a:xfrm>
          <a:off x="0" y="0"/>
          <a:ext cx="0" cy="0"/>
          <a:chOff x="0" y="0"/>
          <a:chExt cx="0" cy="0"/>
        </a:xfrm>
      </p:grpSpPr>
      <p:sp>
        <p:nvSpPr>
          <p:cNvPr id="329" name="Google Shape;329;p34"/>
          <p:cNvSpPr/>
          <p:nvPr/>
        </p:nvSpPr>
        <p:spPr>
          <a:xfrm>
            <a:off x="1822200" y="1536600"/>
            <a:ext cx="4986900" cy="1081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0" name="Google Shape;330;p34"/>
          <p:cNvSpPr txBox="1"/>
          <p:nvPr>
            <p:ph type="title"/>
          </p:nvPr>
        </p:nvSpPr>
        <p:spPr>
          <a:xfrm>
            <a:off x="1822300" y="1548425"/>
            <a:ext cx="4986900" cy="710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1" name="Google Shape;331;p34"/>
          <p:cNvSpPr/>
          <p:nvPr/>
        </p:nvSpPr>
        <p:spPr>
          <a:xfrm>
            <a:off x="4655406" y="2617800"/>
            <a:ext cx="2159400" cy="98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2" name="Google Shape;332;p34"/>
          <p:cNvSpPr txBox="1"/>
          <p:nvPr>
            <p:ph idx="1" type="subTitle"/>
          </p:nvPr>
        </p:nvSpPr>
        <p:spPr>
          <a:xfrm>
            <a:off x="4649825" y="2625603"/>
            <a:ext cx="2159400" cy="4881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3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4" name="Google Shape;334;p3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3">
    <p:spTree>
      <p:nvGrpSpPr>
        <p:cNvPr id="335" name="Shape 335"/>
        <p:cNvGrpSpPr/>
        <p:nvPr/>
      </p:nvGrpSpPr>
      <p:grpSpPr>
        <a:xfrm>
          <a:off x="0" y="0"/>
          <a:ext cx="0" cy="0"/>
          <a:chOff x="0" y="0"/>
          <a:chExt cx="0" cy="0"/>
        </a:xfrm>
      </p:grpSpPr>
      <p:sp>
        <p:nvSpPr>
          <p:cNvPr id="336" name="Google Shape;336;p35"/>
          <p:cNvSpPr/>
          <p:nvPr/>
        </p:nvSpPr>
        <p:spPr>
          <a:xfrm>
            <a:off x="1172300" y="1667975"/>
            <a:ext cx="5841600" cy="16398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7" name="Google Shape;337;p35"/>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8" name="Google Shape;338;p35"/>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9" name="Google Shape;339;p35"/>
          <p:cNvSpPr/>
          <p:nvPr/>
        </p:nvSpPr>
        <p:spPr>
          <a:xfrm>
            <a:off x="643300" y="1667975"/>
            <a:ext cx="528900" cy="528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0" name="Google Shape;340;p3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1" name="Google Shape;341;p3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342" name="Shape 342"/>
        <p:cNvGrpSpPr/>
        <p:nvPr/>
      </p:nvGrpSpPr>
      <p:grpSpPr>
        <a:xfrm>
          <a:off x="0" y="0"/>
          <a:ext cx="0" cy="0"/>
          <a:chOff x="0" y="0"/>
          <a:chExt cx="0" cy="0"/>
        </a:xfrm>
      </p:grpSpPr>
      <p:sp>
        <p:nvSpPr>
          <p:cNvPr id="343" name="Google Shape;343;p36"/>
          <p:cNvSpPr/>
          <p:nvPr/>
        </p:nvSpPr>
        <p:spPr>
          <a:xfrm>
            <a:off x="298300" y="1213300"/>
            <a:ext cx="34551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4" name="Google Shape;344;p36"/>
          <p:cNvSpPr txBox="1"/>
          <p:nvPr>
            <p:ph idx="1" type="body"/>
          </p:nvPr>
        </p:nvSpPr>
        <p:spPr>
          <a:xfrm>
            <a:off x="3778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6"/>
          <p:cNvSpPr/>
          <p:nvPr/>
        </p:nvSpPr>
        <p:spPr>
          <a:xfrm>
            <a:off x="3753400" y="1213300"/>
            <a:ext cx="34551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6" name="Google Shape;346;p36"/>
          <p:cNvSpPr txBox="1"/>
          <p:nvPr>
            <p:ph idx="2" type="body"/>
          </p:nvPr>
        </p:nvSpPr>
        <p:spPr>
          <a:xfrm>
            <a:off x="38329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3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8" name="Google Shape;348;p3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49" name="Google Shape;349;p3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0" name="Google Shape;350;p3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4_1_1">
    <p:spTree>
      <p:nvGrpSpPr>
        <p:cNvPr id="351" name="Shape 351"/>
        <p:cNvGrpSpPr/>
        <p:nvPr/>
      </p:nvGrpSpPr>
      <p:grpSpPr>
        <a:xfrm>
          <a:off x="0" y="0"/>
          <a:ext cx="0" cy="0"/>
          <a:chOff x="0" y="0"/>
          <a:chExt cx="0" cy="0"/>
        </a:xfrm>
      </p:grpSpPr>
      <p:sp>
        <p:nvSpPr>
          <p:cNvPr id="352" name="Google Shape;352;p3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3" name="Google Shape;353;p3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54" name="Google Shape;354;p37"/>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5" name="Google Shape;355;p3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5">
    <p:spTree>
      <p:nvGrpSpPr>
        <p:cNvPr id="356" name="Shape 356"/>
        <p:cNvGrpSpPr/>
        <p:nvPr/>
      </p:nvGrpSpPr>
      <p:grpSpPr>
        <a:xfrm>
          <a:off x="0" y="0"/>
          <a:ext cx="0" cy="0"/>
          <a:chOff x="0" y="0"/>
          <a:chExt cx="0" cy="0"/>
        </a:xfrm>
      </p:grpSpPr>
      <p:sp>
        <p:nvSpPr>
          <p:cNvPr id="357" name="Google Shape;357;p38"/>
          <p:cNvSpPr/>
          <p:nvPr/>
        </p:nvSpPr>
        <p:spPr>
          <a:xfrm>
            <a:off x="298862" y="1213300"/>
            <a:ext cx="42042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8" name="Google Shape;358;p38"/>
          <p:cNvSpPr txBox="1"/>
          <p:nvPr>
            <p:ph idx="1" type="body"/>
          </p:nvPr>
        </p:nvSpPr>
        <p:spPr>
          <a:xfrm>
            <a:off x="370550" y="1290925"/>
            <a:ext cx="4060800" cy="307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3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0" name="Google Shape;360;p3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61" name="Google Shape;361;p38"/>
          <p:cNvSpPr/>
          <p:nvPr/>
        </p:nvSpPr>
        <p:spPr>
          <a:xfrm>
            <a:off x="298300" y="301050"/>
            <a:ext cx="42363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2" name="Google Shape;362;p38"/>
          <p:cNvSpPr txBox="1"/>
          <p:nvPr>
            <p:ph type="title"/>
          </p:nvPr>
        </p:nvSpPr>
        <p:spPr>
          <a:xfrm>
            <a:off x="279177" y="338025"/>
            <a:ext cx="42042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6">
    <p:spTree>
      <p:nvGrpSpPr>
        <p:cNvPr id="363" name="Shape 363"/>
        <p:cNvGrpSpPr/>
        <p:nvPr/>
      </p:nvGrpSpPr>
      <p:grpSpPr>
        <a:xfrm>
          <a:off x="0" y="0"/>
          <a:ext cx="0" cy="0"/>
          <a:chOff x="0" y="0"/>
          <a:chExt cx="0" cy="0"/>
        </a:xfrm>
      </p:grpSpPr>
      <p:sp>
        <p:nvSpPr>
          <p:cNvPr id="364" name="Google Shape;364;p39"/>
          <p:cNvSpPr/>
          <p:nvPr/>
        </p:nvSpPr>
        <p:spPr>
          <a:xfrm>
            <a:off x="1172300" y="1667975"/>
            <a:ext cx="5841600" cy="16398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5" name="Google Shape;365;p39"/>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6" name="Google Shape;366;p39"/>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39"/>
          <p:cNvSpPr/>
          <p:nvPr/>
        </p:nvSpPr>
        <p:spPr>
          <a:xfrm>
            <a:off x="643300" y="1667975"/>
            <a:ext cx="528900" cy="5289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8" name="Google Shape;368;p3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9" name="Google Shape;369;p3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CUSTOM_7">
    <p:spTree>
      <p:nvGrpSpPr>
        <p:cNvPr id="370" name="Shape 370"/>
        <p:cNvGrpSpPr/>
        <p:nvPr/>
      </p:nvGrpSpPr>
      <p:grpSpPr>
        <a:xfrm>
          <a:off x="0" y="0"/>
          <a:ext cx="0" cy="0"/>
          <a:chOff x="0" y="0"/>
          <a:chExt cx="0" cy="0"/>
        </a:xfrm>
      </p:grpSpPr>
      <p:sp>
        <p:nvSpPr>
          <p:cNvPr id="371" name="Google Shape;371;p40"/>
          <p:cNvSpPr/>
          <p:nvPr/>
        </p:nvSpPr>
        <p:spPr>
          <a:xfrm>
            <a:off x="1172300" y="2775600"/>
            <a:ext cx="2953200" cy="890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2" name="Google Shape;372;p40"/>
          <p:cNvSpPr/>
          <p:nvPr/>
        </p:nvSpPr>
        <p:spPr>
          <a:xfrm>
            <a:off x="1172300" y="1477197"/>
            <a:ext cx="5841600" cy="1298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3" name="Google Shape;373;p40"/>
          <p:cNvSpPr/>
          <p:nvPr/>
        </p:nvSpPr>
        <p:spPr>
          <a:xfrm>
            <a:off x="4125500" y="2775588"/>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4" name="Google Shape;374;p40"/>
          <p:cNvSpPr txBox="1"/>
          <p:nvPr>
            <p:ph type="title"/>
          </p:nvPr>
        </p:nvSpPr>
        <p:spPr>
          <a:xfrm>
            <a:off x="1227050" y="1551048"/>
            <a:ext cx="5732100" cy="11715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5" name="Google Shape;375;p40"/>
          <p:cNvSpPr txBox="1"/>
          <p:nvPr>
            <p:ph idx="1" type="subTitle"/>
          </p:nvPr>
        </p:nvSpPr>
        <p:spPr>
          <a:xfrm>
            <a:off x="1240100" y="2837775"/>
            <a:ext cx="2832300" cy="747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4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7" name="Google Shape;377;p4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78" name="Google Shape;378;p40"/>
          <p:cNvSpPr txBox="1"/>
          <p:nvPr>
            <p:ph idx="2" type="body"/>
          </p:nvPr>
        </p:nvSpPr>
        <p:spPr>
          <a:xfrm>
            <a:off x="1187325" y="3840875"/>
            <a:ext cx="6892800" cy="101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8">
    <p:spTree>
      <p:nvGrpSpPr>
        <p:cNvPr id="379" name="Shape 379"/>
        <p:cNvGrpSpPr/>
        <p:nvPr/>
      </p:nvGrpSpPr>
      <p:grpSpPr>
        <a:xfrm>
          <a:off x="0" y="0"/>
          <a:ext cx="0" cy="0"/>
          <a:chOff x="0" y="0"/>
          <a:chExt cx="0" cy="0"/>
        </a:xfrm>
      </p:grpSpPr>
      <p:sp>
        <p:nvSpPr>
          <p:cNvPr id="380" name="Google Shape;380;p41"/>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4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2" name="Google Shape;382;p4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9">
    <p:spTree>
      <p:nvGrpSpPr>
        <p:cNvPr id="383" name="Shape 383"/>
        <p:cNvGrpSpPr/>
        <p:nvPr/>
      </p:nvGrpSpPr>
      <p:grpSpPr>
        <a:xfrm>
          <a:off x="0" y="0"/>
          <a:ext cx="0" cy="0"/>
          <a:chOff x="0" y="0"/>
          <a:chExt cx="0" cy="0"/>
        </a:xfrm>
      </p:grpSpPr>
      <p:sp>
        <p:nvSpPr>
          <p:cNvPr id="384" name="Google Shape;384;p4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5" name="Google Shape;385;p4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86" name="Google Shape;386;p4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7" name="Google Shape;387;p4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8" name="Google Shape;388;p42"/>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0">
    <p:spTree>
      <p:nvGrpSpPr>
        <p:cNvPr id="389" name="Shape 389"/>
        <p:cNvGrpSpPr/>
        <p:nvPr/>
      </p:nvGrpSpPr>
      <p:grpSpPr>
        <a:xfrm>
          <a:off x="0" y="0"/>
          <a:ext cx="0" cy="0"/>
          <a:chOff x="0" y="0"/>
          <a:chExt cx="0" cy="0"/>
        </a:xfrm>
      </p:grpSpPr>
      <p:sp>
        <p:nvSpPr>
          <p:cNvPr id="390" name="Google Shape;390;p43"/>
          <p:cNvSpPr txBox="1"/>
          <p:nvPr>
            <p:ph idx="1" type="subTitle"/>
          </p:nvPr>
        </p:nvSpPr>
        <p:spPr>
          <a:xfrm>
            <a:off x="317500"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1" name="Google Shape;391;p43"/>
          <p:cNvSpPr txBox="1"/>
          <p:nvPr>
            <p:ph idx="2" type="subTitle"/>
          </p:nvPr>
        </p:nvSpPr>
        <p:spPr>
          <a:xfrm>
            <a:off x="4421675"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2" name="Google Shape;392;p43"/>
          <p:cNvSpPr txBox="1"/>
          <p:nvPr>
            <p:ph idx="3" type="subTitle"/>
          </p:nvPr>
        </p:nvSpPr>
        <p:spPr>
          <a:xfrm>
            <a:off x="317500"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43"/>
          <p:cNvSpPr txBox="1"/>
          <p:nvPr>
            <p:ph idx="4" type="subTitle"/>
          </p:nvPr>
        </p:nvSpPr>
        <p:spPr>
          <a:xfrm>
            <a:off x="4421675"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4" name="Google Shape;394;p43"/>
          <p:cNvSpPr txBox="1"/>
          <p:nvPr>
            <p:ph idx="5" type="subTitle"/>
          </p:nvPr>
        </p:nvSpPr>
        <p:spPr>
          <a:xfrm>
            <a:off x="317500"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3"/>
          <p:cNvSpPr txBox="1"/>
          <p:nvPr>
            <p:ph idx="6" type="subTitle"/>
          </p:nvPr>
        </p:nvSpPr>
        <p:spPr>
          <a:xfrm>
            <a:off x="4421675"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6" name="Google Shape;396;p4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7" name="Google Shape;397;p4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98" name="Google Shape;398;p43"/>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9" name="Google Shape;399;p4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1">
    <p:spTree>
      <p:nvGrpSpPr>
        <p:cNvPr id="400" name="Shape 400"/>
        <p:cNvGrpSpPr/>
        <p:nvPr/>
      </p:nvGrpSpPr>
      <p:grpSpPr>
        <a:xfrm>
          <a:off x="0" y="0"/>
          <a:ext cx="0" cy="0"/>
          <a:chOff x="0" y="0"/>
          <a:chExt cx="0" cy="0"/>
        </a:xfrm>
      </p:grpSpPr>
      <p:sp>
        <p:nvSpPr>
          <p:cNvPr id="401" name="Google Shape;401;p44"/>
          <p:cNvSpPr/>
          <p:nvPr/>
        </p:nvSpPr>
        <p:spPr>
          <a:xfrm>
            <a:off x="292600" y="1214724"/>
            <a:ext cx="4239000" cy="250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2" name="Google Shape;402;p44"/>
          <p:cNvSpPr/>
          <p:nvPr>
            <p:ph idx="2" type="pic"/>
          </p:nvPr>
        </p:nvSpPr>
        <p:spPr>
          <a:xfrm>
            <a:off x="4531775" y="1221524"/>
            <a:ext cx="4302600" cy="3635100"/>
          </a:xfrm>
          <a:prstGeom prst="rect">
            <a:avLst/>
          </a:prstGeom>
          <a:noFill/>
          <a:ln cap="flat" cmpd="sng" w="19050">
            <a:solidFill>
              <a:schemeClr val="dk1"/>
            </a:solidFill>
            <a:prstDash val="solid"/>
            <a:round/>
            <a:headEnd len="sm" w="sm" type="none"/>
            <a:tailEnd len="sm" w="sm" type="none"/>
          </a:ln>
        </p:spPr>
      </p:sp>
      <p:sp>
        <p:nvSpPr>
          <p:cNvPr id="403" name="Google Shape;403;p44"/>
          <p:cNvSpPr txBox="1"/>
          <p:nvPr>
            <p:ph idx="1" type="body"/>
          </p:nvPr>
        </p:nvSpPr>
        <p:spPr>
          <a:xfrm>
            <a:off x="340319" y="1261074"/>
            <a:ext cx="4061400" cy="240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5" name="Google Shape;405;p4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06" name="Google Shape;406;p4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7" name="Google Shape;407;p4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2">
    <p:spTree>
      <p:nvGrpSpPr>
        <p:cNvPr id="408" name="Shape 408"/>
        <p:cNvGrpSpPr/>
        <p:nvPr/>
      </p:nvGrpSpPr>
      <p:grpSpPr>
        <a:xfrm>
          <a:off x="0" y="0"/>
          <a:ext cx="0" cy="0"/>
          <a:chOff x="0" y="0"/>
          <a:chExt cx="0" cy="0"/>
        </a:xfrm>
      </p:grpSpPr>
      <p:sp>
        <p:nvSpPr>
          <p:cNvPr id="409" name="Google Shape;409;p45"/>
          <p:cNvSpPr/>
          <p:nvPr/>
        </p:nvSpPr>
        <p:spPr>
          <a:xfrm>
            <a:off x="290556" y="1213300"/>
            <a:ext cx="40176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0" name="Google Shape;410;p45"/>
          <p:cNvSpPr txBox="1"/>
          <p:nvPr>
            <p:ph idx="1" type="body"/>
          </p:nvPr>
        </p:nvSpPr>
        <p:spPr>
          <a:xfrm>
            <a:off x="416145"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1" name="Google Shape;411;p45"/>
          <p:cNvSpPr/>
          <p:nvPr/>
        </p:nvSpPr>
        <p:spPr>
          <a:xfrm>
            <a:off x="4308218" y="1213300"/>
            <a:ext cx="40176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2" name="Google Shape;412;p45"/>
          <p:cNvSpPr txBox="1"/>
          <p:nvPr>
            <p:ph idx="2" type="body"/>
          </p:nvPr>
        </p:nvSpPr>
        <p:spPr>
          <a:xfrm>
            <a:off x="4433807"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3" name="Google Shape;413;p45"/>
          <p:cNvSpPr txBox="1"/>
          <p:nvPr>
            <p:ph idx="3" type="subTitle"/>
          </p:nvPr>
        </p:nvSpPr>
        <p:spPr>
          <a:xfrm>
            <a:off x="416145"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4" name="Google Shape;414;p45"/>
          <p:cNvSpPr txBox="1"/>
          <p:nvPr>
            <p:ph idx="4" type="subTitle"/>
          </p:nvPr>
        </p:nvSpPr>
        <p:spPr>
          <a:xfrm>
            <a:off x="4433807"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4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6" name="Google Shape;416;p4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17" name="Google Shape;417;p4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8" name="Google Shape;418;p4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3">
    <p:spTree>
      <p:nvGrpSpPr>
        <p:cNvPr id="419" name="Shape 419"/>
        <p:cNvGrpSpPr/>
        <p:nvPr/>
      </p:nvGrpSpPr>
      <p:grpSpPr>
        <a:xfrm>
          <a:off x="0" y="0"/>
          <a:ext cx="0" cy="0"/>
          <a:chOff x="0" y="0"/>
          <a:chExt cx="0" cy="0"/>
        </a:xfrm>
      </p:grpSpPr>
      <p:sp>
        <p:nvSpPr>
          <p:cNvPr id="420" name="Google Shape;420;p46"/>
          <p:cNvSpPr/>
          <p:nvPr/>
        </p:nvSpPr>
        <p:spPr>
          <a:xfrm>
            <a:off x="290556" y="1213300"/>
            <a:ext cx="28455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1" name="Google Shape;421;p46"/>
          <p:cNvSpPr txBox="1"/>
          <p:nvPr>
            <p:ph idx="1" type="body"/>
          </p:nvPr>
        </p:nvSpPr>
        <p:spPr>
          <a:xfrm>
            <a:off x="379498"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6"/>
          <p:cNvSpPr/>
          <p:nvPr/>
        </p:nvSpPr>
        <p:spPr>
          <a:xfrm>
            <a:off x="3135874" y="1213300"/>
            <a:ext cx="28455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3" name="Google Shape;423;p46"/>
          <p:cNvSpPr txBox="1"/>
          <p:nvPr>
            <p:ph idx="2" type="body"/>
          </p:nvPr>
        </p:nvSpPr>
        <p:spPr>
          <a:xfrm>
            <a:off x="3224816"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6"/>
          <p:cNvSpPr txBox="1"/>
          <p:nvPr>
            <p:ph idx="3" type="subTitle"/>
          </p:nvPr>
        </p:nvSpPr>
        <p:spPr>
          <a:xfrm>
            <a:off x="379498"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5" name="Google Shape;425;p46"/>
          <p:cNvSpPr txBox="1"/>
          <p:nvPr>
            <p:ph idx="4" type="subTitle"/>
          </p:nvPr>
        </p:nvSpPr>
        <p:spPr>
          <a:xfrm>
            <a:off x="3224816"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46"/>
          <p:cNvSpPr/>
          <p:nvPr/>
        </p:nvSpPr>
        <p:spPr>
          <a:xfrm>
            <a:off x="5981304" y="1213300"/>
            <a:ext cx="28455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7" name="Google Shape;427;p46"/>
          <p:cNvSpPr txBox="1"/>
          <p:nvPr>
            <p:ph idx="5" type="body"/>
          </p:nvPr>
        </p:nvSpPr>
        <p:spPr>
          <a:xfrm>
            <a:off x="6070247"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idx="6" type="subTitle"/>
          </p:nvPr>
        </p:nvSpPr>
        <p:spPr>
          <a:xfrm>
            <a:off x="6070247"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9" name="Google Shape;429;p4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0" name="Google Shape;430;p4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31" name="Google Shape;431;p4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2" name="Google Shape;432;p4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4">
    <p:spTree>
      <p:nvGrpSpPr>
        <p:cNvPr id="433" name="Shape 433"/>
        <p:cNvGrpSpPr/>
        <p:nvPr/>
      </p:nvGrpSpPr>
      <p:grpSpPr>
        <a:xfrm>
          <a:off x="0" y="0"/>
          <a:ext cx="0" cy="0"/>
          <a:chOff x="0" y="0"/>
          <a:chExt cx="0" cy="0"/>
        </a:xfrm>
      </p:grpSpPr>
      <p:sp>
        <p:nvSpPr>
          <p:cNvPr id="434" name="Google Shape;434;p47"/>
          <p:cNvSpPr/>
          <p:nvPr/>
        </p:nvSpPr>
        <p:spPr>
          <a:xfrm>
            <a:off x="292600" y="1213300"/>
            <a:ext cx="21327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5" name="Google Shape;435;p47"/>
          <p:cNvSpPr txBox="1"/>
          <p:nvPr>
            <p:ph idx="1" type="body"/>
          </p:nvPr>
        </p:nvSpPr>
        <p:spPr>
          <a:xfrm>
            <a:off x="388220" y="20640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p:nvPr/>
        </p:nvSpPr>
        <p:spPr>
          <a:xfrm>
            <a:off x="2425130" y="1213300"/>
            <a:ext cx="21327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7" name="Google Shape;437;p47"/>
          <p:cNvSpPr txBox="1"/>
          <p:nvPr>
            <p:ph idx="2" type="body"/>
          </p:nvPr>
        </p:nvSpPr>
        <p:spPr>
          <a:xfrm>
            <a:off x="2524606"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idx="3" type="subTitle"/>
          </p:nvPr>
        </p:nvSpPr>
        <p:spPr>
          <a:xfrm>
            <a:off x="395987" y="13136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47"/>
          <p:cNvSpPr txBox="1"/>
          <p:nvPr>
            <p:ph idx="4" type="subTitle"/>
          </p:nvPr>
        </p:nvSpPr>
        <p:spPr>
          <a:xfrm>
            <a:off x="2524607"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47"/>
          <p:cNvSpPr/>
          <p:nvPr/>
        </p:nvSpPr>
        <p:spPr>
          <a:xfrm>
            <a:off x="4557594" y="1213300"/>
            <a:ext cx="21327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1" name="Google Shape;441;p47"/>
          <p:cNvSpPr txBox="1"/>
          <p:nvPr>
            <p:ph idx="5" type="body"/>
          </p:nvPr>
        </p:nvSpPr>
        <p:spPr>
          <a:xfrm>
            <a:off x="465713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2" name="Google Shape;442;p47"/>
          <p:cNvSpPr/>
          <p:nvPr/>
        </p:nvSpPr>
        <p:spPr>
          <a:xfrm>
            <a:off x="6690125" y="1213300"/>
            <a:ext cx="21327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3" name="Google Shape;443;p47"/>
          <p:cNvSpPr txBox="1"/>
          <p:nvPr>
            <p:ph idx="6" type="body"/>
          </p:nvPr>
        </p:nvSpPr>
        <p:spPr>
          <a:xfrm>
            <a:off x="678958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4" name="Google Shape;444;p47"/>
          <p:cNvSpPr txBox="1"/>
          <p:nvPr>
            <p:ph idx="7" type="subTitle"/>
          </p:nvPr>
        </p:nvSpPr>
        <p:spPr>
          <a:xfrm>
            <a:off x="4657140"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47"/>
          <p:cNvSpPr txBox="1"/>
          <p:nvPr>
            <p:ph idx="8" type="subTitle"/>
          </p:nvPr>
        </p:nvSpPr>
        <p:spPr>
          <a:xfrm>
            <a:off x="6789588"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4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7" name="Google Shape;447;p4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48" name="Google Shape;448;p4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9" name="Google Shape;449;p4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5">
    <p:spTree>
      <p:nvGrpSpPr>
        <p:cNvPr id="450" name="Shape 450"/>
        <p:cNvGrpSpPr/>
        <p:nvPr/>
      </p:nvGrpSpPr>
      <p:grpSpPr>
        <a:xfrm>
          <a:off x="0" y="0"/>
          <a:ext cx="0" cy="0"/>
          <a:chOff x="0" y="0"/>
          <a:chExt cx="0" cy="0"/>
        </a:xfrm>
      </p:grpSpPr>
      <p:sp>
        <p:nvSpPr>
          <p:cNvPr id="451" name="Google Shape;451;p48"/>
          <p:cNvSpPr/>
          <p:nvPr>
            <p:ph idx="2" type="pic"/>
          </p:nvPr>
        </p:nvSpPr>
        <p:spPr>
          <a:xfrm>
            <a:off x="332000" y="1102925"/>
            <a:ext cx="6915000" cy="3725400"/>
          </a:xfrm>
          <a:prstGeom prst="rect">
            <a:avLst/>
          </a:prstGeom>
          <a:noFill/>
          <a:ln cap="flat" cmpd="sng" w="19050">
            <a:solidFill>
              <a:schemeClr val="dk1"/>
            </a:solidFill>
            <a:prstDash val="solid"/>
            <a:round/>
            <a:headEnd len="sm" w="sm" type="none"/>
            <a:tailEnd len="sm" w="sm" type="none"/>
          </a:ln>
        </p:spPr>
      </p:sp>
      <p:sp>
        <p:nvSpPr>
          <p:cNvPr id="452" name="Google Shape;452;p48"/>
          <p:cNvSpPr/>
          <p:nvPr/>
        </p:nvSpPr>
        <p:spPr>
          <a:xfrm>
            <a:off x="7236337" y="1102925"/>
            <a:ext cx="1097400" cy="4605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3" name="Google Shape;453;p4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4" name="Google Shape;454;p4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55" name="Google Shape;455;p4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6" name="Google Shape;456;p4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6">
    <p:spTree>
      <p:nvGrpSpPr>
        <p:cNvPr id="457" name="Shape 457"/>
        <p:cNvGrpSpPr/>
        <p:nvPr/>
      </p:nvGrpSpPr>
      <p:grpSpPr>
        <a:xfrm>
          <a:off x="0" y="0"/>
          <a:ext cx="0" cy="0"/>
          <a:chOff x="0" y="0"/>
          <a:chExt cx="0" cy="0"/>
        </a:xfrm>
      </p:grpSpPr>
      <p:sp>
        <p:nvSpPr>
          <p:cNvPr id="458" name="Google Shape;458;p49"/>
          <p:cNvSpPr/>
          <p:nvPr/>
        </p:nvSpPr>
        <p:spPr>
          <a:xfrm>
            <a:off x="299641" y="301944"/>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9" name="Google Shape;459;p49"/>
          <p:cNvSpPr/>
          <p:nvPr/>
        </p:nvSpPr>
        <p:spPr>
          <a:xfrm>
            <a:off x="298987" y="3164944"/>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0" name="Google Shape;460;p49"/>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1" name="Google Shape;461;p49"/>
          <p:cNvSpPr txBox="1"/>
          <p:nvPr>
            <p:ph idx="1" type="subTitle"/>
          </p:nvPr>
        </p:nvSpPr>
        <p:spPr>
          <a:xfrm>
            <a:off x="335627"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2" name="Google Shape;462;p49"/>
          <p:cNvSpPr/>
          <p:nvPr/>
        </p:nvSpPr>
        <p:spPr>
          <a:xfrm>
            <a:off x="3055339" y="3164944"/>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3" name="Google Shape;463;p49"/>
          <p:cNvSpPr/>
          <p:nvPr>
            <p:ph idx="2" type="pic"/>
          </p:nvPr>
        </p:nvSpPr>
        <p:spPr>
          <a:xfrm>
            <a:off x="305510" y="1313560"/>
            <a:ext cx="2746200" cy="1841700"/>
          </a:xfrm>
          <a:prstGeom prst="rect">
            <a:avLst/>
          </a:prstGeom>
          <a:noFill/>
          <a:ln cap="flat" cmpd="sng" w="19050">
            <a:solidFill>
              <a:schemeClr val="dk1"/>
            </a:solidFill>
            <a:prstDash val="solid"/>
            <a:round/>
            <a:headEnd len="sm" w="sm" type="none"/>
            <a:tailEnd len="sm" w="sm" type="none"/>
          </a:ln>
        </p:spPr>
      </p:sp>
      <p:sp>
        <p:nvSpPr>
          <p:cNvPr id="464" name="Google Shape;464;p49"/>
          <p:cNvSpPr txBox="1"/>
          <p:nvPr>
            <p:ph idx="3" type="subTitle"/>
          </p:nvPr>
        </p:nvSpPr>
        <p:spPr>
          <a:xfrm>
            <a:off x="3085572"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49"/>
          <p:cNvSpPr txBox="1"/>
          <p:nvPr>
            <p:ph idx="4" type="body"/>
          </p:nvPr>
        </p:nvSpPr>
        <p:spPr>
          <a:xfrm>
            <a:off x="329783"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6" name="Google Shape;466;p49"/>
          <p:cNvSpPr txBox="1"/>
          <p:nvPr>
            <p:ph idx="5" type="body"/>
          </p:nvPr>
        </p:nvSpPr>
        <p:spPr>
          <a:xfrm>
            <a:off x="3088466"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49"/>
          <p:cNvSpPr/>
          <p:nvPr/>
        </p:nvSpPr>
        <p:spPr>
          <a:xfrm>
            <a:off x="3062463" y="809593"/>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8" name="Google Shape;468;p49"/>
          <p:cNvSpPr/>
          <p:nvPr>
            <p:ph idx="6" type="pic"/>
          </p:nvPr>
        </p:nvSpPr>
        <p:spPr>
          <a:xfrm>
            <a:off x="3063994" y="1313560"/>
            <a:ext cx="2746200" cy="1841700"/>
          </a:xfrm>
          <a:prstGeom prst="rect">
            <a:avLst/>
          </a:prstGeom>
          <a:noFill/>
          <a:ln cap="flat" cmpd="sng" w="19050">
            <a:solidFill>
              <a:schemeClr val="dk1"/>
            </a:solidFill>
            <a:prstDash val="solid"/>
            <a:round/>
            <a:headEnd len="sm" w="sm" type="none"/>
            <a:tailEnd len="sm" w="sm" type="none"/>
          </a:ln>
        </p:spPr>
      </p:sp>
      <p:sp>
        <p:nvSpPr>
          <p:cNvPr id="469" name="Google Shape;469;p4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0" name="Google Shape;470;p4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7">
    <p:spTree>
      <p:nvGrpSpPr>
        <p:cNvPr id="471" name="Shape 471"/>
        <p:cNvGrpSpPr/>
        <p:nvPr/>
      </p:nvGrpSpPr>
      <p:grpSpPr>
        <a:xfrm>
          <a:off x="0" y="0"/>
          <a:ext cx="0" cy="0"/>
          <a:chOff x="0" y="0"/>
          <a:chExt cx="0" cy="0"/>
        </a:xfrm>
      </p:grpSpPr>
      <p:sp>
        <p:nvSpPr>
          <p:cNvPr id="472" name="Google Shape;472;p50"/>
          <p:cNvSpPr/>
          <p:nvPr/>
        </p:nvSpPr>
        <p:spPr>
          <a:xfrm>
            <a:off x="298192" y="301228"/>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3" name="Google Shape;473;p50"/>
          <p:cNvSpPr/>
          <p:nvPr/>
        </p:nvSpPr>
        <p:spPr>
          <a:xfrm>
            <a:off x="297538" y="3164228"/>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4" name="Google Shape;474;p50"/>
          <p:cNvSpPr txBox="1"/>
          <p:nvPr>
            <p:ph idx="1" type="subTitle"/>
          </p:nvPr>
        </p:nvSpPr>
        <p:spPr>
          <a:xfrm>
            <a:off x="334178"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5" name="Google Shape;475;p50"/>
          <p:cNvSpPr/>
          <p:nvPr/>
        </p:nvSpPr>
        <p:spPr>
          <a:xfrm>
            <a:off x="3053889" y="3164228"/>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6" name="Google Shape;476;p50"/>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50"/>
          <p:cNvSpPr/>
          <p:nvPr>
            <p:ph idx="2" type="pic"/>
          </p:nvPr>
        </p:nvSpPr>
        <p:spPr>
          <a:xfrm>
            <a:off x="304061" y="1312844"/>
            <a:ext cx="2746200" cy="1841700"/>
          </a:xfrm>
          <a:prstGeom prst="rect">
            <a:avLst/>
          </a:prstGeom>
          <a:noFill/>
          <a:ln cap="flat" cmpd="sng" w="19050">
            <a:solidFill>
              <a:schemeClr val="dk1"/>
            </a:solidFill>
            <a:prstDash val="solid"/>
            <a:round/>
            <a:headEnd len="sm" w="sm" type="none"/>
            <a:tailEnd len="sm" w="sm" type="none"/>
          </a:ln>
        </p:spPr>
      </p:sp>
      <p:sp>
        <p:nvSpPr>
          <p:cNvPr id="478" name="Google Shape;478;p50"/>
          <p:cNvSpPr txBox="1"/>
          <p:nvPr>
            <p:ph idx="3" type="subTitle"/>
          </p:nvPr>
        </p:nvSpPr>
        <p:spPr>
          <a:xfrm>
            <a:off x="30841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50"/>
          <p:cNvSpPr txBox="1"/>
          <p:nvPr>
            <p:ph idx="4" type="body"/>
          </p:nvPr>
        </p:nvSpPr>
        <p:spPr>
          <a:xfrm>
            <a:off x="328334"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0" name="Google Shape;480;p50"/>
          <p:cNvSpPr txBox="1"/>
          <p:nvPr>
            <p:ph idx="5" type="body"/>
          </p:nvPr>
        </p:nvSpPr>
        <p:spPr>
          <a:xfrm>
            <a:off x="30870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1" name="Google Shape;481;p50"/>
          <p:cNvSpPr/>
          <p:nvPr/>
        </p:nvSpPr>
        <p:spPr>
          <a:xfrm>
            <a:off x="3061014" y="808877"/>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2" name="Google Shape;482;p50"/>
          <p:cNvSpPr/>
          <p:nvPr>
            <p:ph idx="6" type="pic"/>
          </p:nvPr>
        </p:nvSpPr>
        <p:spPr>
          <a:xfrm>
            <a:off x="3062545" y="1312844"/>
            <a:ext cx="2746200" cy="1841700"/>
          </a:xfrm>
          <a:prstGeom prst="rect">
            <a:avLst/>
          </a:prstGeom>
          <a:noFill/>
          <a:ln cap="flat" cmpd="sng" w="19050">
            <a:solidFill>
              <a:schemeClr val="dk1"/>
            </a:solidFill>
            <a:prstDash val="solid"/>
            <a:round/>
            <a:headEnd len="sm" w="sm" type="none"/>
            <a:tailEnd len="sm" w="sm" type="none"/>
          </a:ln>
        </p:spPr>
      </p:sp>
      <p:sp>
        <p:nvSpPr>
          <p:cNvPr id="483" name="Google Shape;483;p5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4" name="Google Shape;484;p5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85" name="Google Shape;485;p50"/>
          <p:cNvSpPr/>
          <p:nvPr/>
        </p:nvSpPr>
        <p:spPr>
          <a:xfrm>
            <a:off x="5811189" y="3164228"/>
            <a:ext cx="2757300" cy="1683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6" name="Google Shape;486;p50"/>
          <p:cNvSpPr txBox="1"/>
          <p:nvPr>
            <p:ph idx="7" type="subTitle"/>
          </p:nvPr>
        </p:nvSpPr>
        <p:spPr>
          <a:xfrm>
            <a:off x="58414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7" name="Google Shape;487;p50"/>
          <p:cNvSpPr txBox="1"/>
          <p:nvPr>
            <p:ph idx="8" type="body"/>
          </p:nvPr>
        </p:nvSpPr>
        <p:spPr>
          <a:xfrm>
            <a:off x="58443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8" name="Google Shape;488;p50"/>
          <p:cNvSpPr/>
          <p:nvPr>
            <p:ph idx="9" type="pic"/>
          </p:nvPr>
        </p:nvSpPr>
        <p:spPr>
          <a:xfrm>
            <a:off x="5819845" y="1312844"/>
            <a:ext cx="2746200" cy="1841700"/>
          </a:xfrm>
          <a:prstGeom prst="rect">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8">
    <p:spTree>
      <p:nvGrpSpPr>
        <p:cNvPr id="489" name="Shape 489"/>
        <p:cNvGrpSpPr/>
        <p:nvPr/>
      </p:nvGrpSpPr>
      <p:grpSpPr>
        <a:xfrm>
          <a:off x="0" y="0"/>
          <a:ext cx="0" cy="0"/>
          <a:chOff x="0" y="0"/>
          <a:chExt cx="0" cy="0"/>
        </a:xfrm>
      </p:grpSpPr>
      <p:sp>
        <p:nvSpPr>
          <p:cNvPr id="490" name="Google Shape;490;p51"/>
          <p:cNvSpPr/>
          <p:nvPr>
            <p:ph idx="2" type="pic"/>
          </p:nvPr>
        </p:nvSpPr>
        <p:spPr>
          <a:xfrm>
            <a:off x="317500" y="1104900"/>
            <a:ext cx="8521800" cy="3733800"/>
          </a:xfrm>
          <a:prstGeom prst="rect">
            <a:avLst/>
          </a:prstGeom>
          <a:noFill/>
          <a:ln cap="flat" cmpd="sng" w="19050">
            <a:solidFill>
              <a:schemeClr val="dk1"/>
            </a:solidFill>
            <a:prstDash val="solid"/>
            <a:round/>
            <a:headEnd len="sm" w="sm" type="none"/>
            <a:tailEnd len="sm" w="sm" type="none"/>
          </a:ln>
        </p:spPr>
      </p:sp>
      <p:sp>
        <p:nvSpPr>
          <p:cNvPr id="491" name="Google Shape;491;p5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92" name="Google Shape;492;p5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9">
    <p:spTree>
      <p:nvGrpSpPr>
        <p:cNvPr id="493" name="Shape 493"/>
        <p:cNvGrpSpPr/>
        <p:nvPr/>
      </p:nvGrpSpPr>
      <p:grpSpPr>
        <a:xfrm>
          <a:off x="0" y="0"/>
          <a:ext cx="0" cy="0"/>
          <a:chOff x="0" y="0"/>
          <a:chExt cx="0" cy="0"/>
        </a:xfrm>
      </p:grpSpPr>
      <p:sp>
        <p:nvSpPr>
          <p:cNvPr id="494" name="Google Shape;494;p52"/>
          <p:cNvSpPr/>
          <p:nvPr>
            <p:ph idx="2" type="pic"/>
          </p:nvPr>
        </p:nvSpPr>
        <p:spPr>
          <a:xfrm>
            <a:off x="340412" y="3044150"/>
            <a:ext cx="2087400" cy="1769100"/>
          </a:xfrm>
          <a:prstGeom prst="rect">
            <a:avLst/>
          </a:prstGeom>
          <a:noFill/>
          <a:ln cap="flat" cmpd="sng" w="19050">
            <a:solidFill>
              <a:schemeClr val="dk1"/>
            </a:solidFill>
            <a:prstDash val="solid"/>
            <a:round/>
            <a:headEnd len="sm" w="sm" type="none"/>
            <a:tailEnd len="sm" w="sm" type="none"/>
          </a:ln>
        </p:spPr>
      </p:sp>
      <p:sp>
        <p:nvSpPr>
          <p:cNvPr id="495" name="Google Shape;495;p52"/>
          <p:cNvSpPr/>
          <p:nvPr>
            <p:ph idx="3" type="pic"/>
          </p:nvPr>
        </p:nvSpPr>
        <p:spPr>
          <a:xfrm>
            <a:off x="5649300" y="3044303"/>
            <a:ext cx="1190100" cy="1769100"/>
          </a:xfrm>
          <a:prstGeom prst="rect">
            <a:avLst/>
          </a:prstGeom>
          <a:noFill/>
          <a:ln cap="flat" cmpd="sng" w="19050">
            <a:solidFill>
              <a:schemeClr val="dk1"/>
            </a:solidFill>
            <a:prstDash val="solid"/>
            <a:round/>
            <a:headEnd len="sm" w="sm" type="none"/>
            <a:tailEnd len="sm" w="sm" type="none"/>
          </a:ln>
        </p:spPr>
      </p:sp>
      <p:sp>
        <p:nvSpPr>
          <p:cNvPr id="496" name="Google Shape;496;p52"/>
          <p:cNvSpPr/>
          <p:nvPr>
            <p:ph idx="4" type="pic"/>
          </p:nvPr>
        </p:nvSpPr>
        <p:spPr>
          <a:xfrm>
            <a:off x="340400" y="1690778"/>
            <a:ext cx="1416300" cy="1338000"/>
          </a:xfrm>
          <a:prstGeom prst="rect">
            <a:avLst/>
          </a:prstGeom>
          <a:noFill/>
          <a:ln cap="flat" cmpd="sng" w="19050">
            <a:solidFill>
              <a:schemeClr val="dk1"/>
            </a:solidFill>
            <a:prstDash val="solid"/>
            <a:round/>
            <a:headEnd len="sm" w="sm" type="none"/>
            <a:tailEnd len="sm" w="sm" type="none"/>
          </a:ln>
        </p:spPr>
      </p:sp>
      <p:sp>
        <p:nvSpPr>
          <p:cNvPr id="497" name="Google Shape;497;p52"/>
          <p:cNvSpPr/>
          <p:nvPr>
            <p:ph idx="5" type="pic"/>
          </p:nvPr>
        </p:nvSpPr>
        <p:spPr>
          <a:xfrm>
            <a:off x="2443047" y="3044052"/>
            <a:ext cx="1190100" cy="1322700"/>
          </a:xfrm>
          <a:prstGeom prst="rect">
            <a:avLst/>
          </a:prstGeom>
          <a:noFill/>
          <a:ln cap="flat" cmpd="sng" w="19050">
            <a:solidFill>
              <a:schemeClr val="dk1"/>
            </a:solidFill>
            <a:prstDash val="solid"/>
            <a:round/>
            <a:headEnd len="sm" w="sm" type="none"/>
            <a:tailEnd len="sm" w="sm" type="none"/>
          </a:ln>
        </p:spPr>
      </p:sp>
      <p:sp>
        <p:nvSpPr>
          <p:cNvPr id="498" name="Google Shape;498;p52"/>
          <p:cNvSpPr/>
          <p:nvPr>
            <p:ph idx="6" type="pic"/>
          </p:nvPr>
        </p:nvSpPr>
        <p:spPr>
          <a:xfrm>
            <a:off x="3648504" y="3044048"/>
            <a:ext cx="1991100" cy="1769100"/>
          </a:xfrm>
          <a:prstGeom prst="rect">
            <a:avLst/>
          </a:prstGeom>
          <a:noFill/>
          <a:ln cap="flat" cmpd="sng" w="19050">
            <a:solidFill>
              <a:schemeClr val="dk1"/>
            </a:solidFill>
            <a:prstDash val="solid"/>
            <a:round/>
            <a:headEnd len="sm" w="sm" type="none"/>
            <a:tailEnd len="sm" w="sm" type="none"/>
          </a:ln>
        </p:spPr>
      </p:sp>
      <p:sp>
        <p:nvSpPr>
          <p:cNvPr id="499" name="Google Shape;499;p52"/>
          <p:cNvSpPr/>
          <p:nvPr>
            <p:ph idx="7" type="pic"/>
          </p:nvPr>
        </p:nvSpPr>
        <p:spPr>
          <a:xfrm>
            <a:off x="1767376" y="1263050"/>
            <a:ext cx="1881300" cy="1769100"/>
          </a:xfrm>
          <a:prstGeom prst="rect">
            <a:avLst/>
          </a:prstGeom>
          <a:noFill/>
          <a:ln cap="flat" cmpd="sng" w="19050">
            <a:solidFill>
              <a:schemeClr val="dk1"/>
            </a:solidFill>
            <a:prstDash val="solid"/>
            <a:round/>
            <a:headEnd len="sm" w="sm" type="none"/>
            <a:tailEnd len="sm" w="sm" type="none"/>
          </a:ln>
        </p:spPr>
      </p:sp>
      <p:sp>
        <p:nvSpPr>
          <p:cNvPr id="500" name="Google Shape;500;p52"/>
          <p:cNvSpPr/>
          <p:nvPr>
            <p:ph idx="8" type="pic"/>
          </p:nvPr>
        </p:nvSpPr>
        <p:spPr>
          <a:xfrm>
            <a:off x="3648523" y="1263050"/>
            <a:ext cx="1592400" cy="1769100"/>
          </a:xfrm>
          <a:prstGeom prst="rect">
            <a:avLst/>
          </a:prstGeom>
          <a:noFill/>
          <a:ln cap="flat" cmpd="sng" w="19050">
            <a:solidFill>
              <a:schemeClr val="dk1"/>
            </a:solidFill>
            <a:prstDash val="solid"/>
            <a:round/>
            <a:headEnd len="sm" w="sm" type="none"/>
            <a:tailEnd len="sm" w="sm" type="none"/>
          </a:ln>
        </p:spPr>
      </p:sp>
      <p:sp>
        <p:nvSpPr>
          <p:cNvPr id="501" name="Google Shape;501;p52"/>
          <p:cNvSpPr/>
          <p:nvPr>
            <p:ph idx="9" type="pic"/>
          </p:nvPr>
        </p:nvSpPr>
        <p:spPr>
          <a:xfrm>
            <a:off x="5240654" y="1263050"/>
            <a:ext cx="1598700" cy="1769100"/>
          </a:xfrm>
          <a:prstGeom prst="rect">
            <a:avLst/>
          </a:prstGeom>
          <a:noFill/>
          <a:ln cap="flat" cmpd="sng" w="19050">
            <a:solidFill>
              <a:schemeClr val="dk1"/>
            </a:solidFill>
            <a:prstDash val="solid"/>
            <a:round/>
            <a:headEnd len="sm" w="sm" type="none"/>
            <a:tailEnd len="sm" w="sm" type="none"/>
          </a:ln>
        </p:spPr>
      </p:sp>
      <p:sp>
        <p:nvSpPr>
          <p:cNvPr id="502" name="Google Shape;502;p52"/>
          <p:cNvSpPr/>
          <p:nvPr>
            <p:ph idx="13" type="pic"/>
          </p:nvPr>
        </p:nvSpPr>
        <p:spPr>
          <a:xfrm>
            <a:off x="6860149" y="1263050"/>
            <a:ext cx="1962600" cy="3550200"/>
          </a:xfrm>
          <a:prstGeom prst="rect">
            <a:avLst/>
          </a:prstGeom>
          <a:noFill/>
          <a:ln cap="flat" cmpd="sng" w="19050">
            <a:solidFill>
              <a:schemeClr val="dk1"/>
            </a:solidFill>
            <a:prstDash val="solid"/>
            <a:round/>
            <a:headEnd len="sm" w="sm" type="none"/>
            <a:tailEnd len="sm" w="sm" type="none"/>
          </a:ln>
        </p:spPr>
      </p:sp>
      <p:sp>
        <p:nvSpPr>
          <p:cNvPr id="503" name="Google Shape;503;p5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4" name="Google Shape;504;p5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505" name="Google Shape;505;p5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6" name="Google Shape;506;p5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400"/>
              <a:buFont typeface="Lexend"/>
              <a:buNone/>
              <a:defRPr sz="34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52" name="Google Shape;52;p13"/>
          <p:cNvSpPr txBox="1"/>
          <p:nvPr>
            <p:ph idx="12" type="sldNum"/>
          </p:nvPr>
        </p:nvSpPr>
        <p:spPr>
          <a:xfrm>
            <a:off x="8500700" y="114300"/>
            <a:ext cx="528900" cy="543300"/>
          </a:xfrm>
          <a:prstGeom prst="rect">
            <a:avLst/>
          </a:prstGeom>
          <a:noFill/>
          <a:ln>
            <a:noFill/>
          </a:ln>
        </p:spPr>
        <p:txBody>
          <a:bodyPr anchorCtr="0" anchor="ctr" bIns="91425" lIns="91425" spcFirstLastPara="1" rIns="91425" wrap="square" tIns="91425">
            <a:noAutofit/>
          </a:bodyPr>
          <a:lstStyle>
            <a:lvl1pPr lvl="0" algn="ctr">
              <a:buNone/>
              <a:defRPr>
                <a:solidFill>
                  <a:schemeClr val="dk2"/>
                </a:solidFill>
                <a:latin typeface="Lexend SemiBold"/>
                <a:ea typeface="Lexend SemiBold"/>
                <a:cs typeface="Lexend SemiBold"/>
                <a:sym typeface="Lexend SemiBold"/>
              </a:defRPr>
            </a:lvl1pPr>
            <a:lvl2pPr lvl="1" algn="ctr">
              <a:buNone/>
              <a:defRPr>
                <a:solidFill>
                  <a:schemeClr val="dk2"/>
                </a:solidFill>
                <a:latin typeface="Lexend SemiBold"/>
                <a:ea typeface="Lexend SemiBold"/>
                <a:cs typeface="Lexend SemiBold"/>
                <a:sym typeface="Lexend SemiBold"/>
              </a:defRPr>
            </a:lvl2pPr>
            <a:lvl3pPr lvl="2" algn="ctr">
              <a:buNone/>
              <a:defRPr>
                <a:solidFill>
                  <a:schemeClr val="dk2"/>
                </a:solidFill>
                <a:latin typeface="Lexend SemiBold"/>
                <a:ea typeface="Lexend SemiBold"/>
                <a:cs typeface="Lexend SemiBold"/>
                <a:sym typeface="Lexend SemiBold"/>
              </a:defRPr>
            </a:lvl3pPr>
            <a:lvl4pPr lvl="3" algn="ctr">
              <a:buNone/>
              <a:defRPr>
                <a:solidFill>
                  <a:schemeClr val="dk2"/>
                </a:solidFill>
                <a:latin typeface="Lexend SemiBold"/>
                <a:ea typeface="Lexend SemiBold"/>
                <a:cs typeface="Lexend SemiBold"/>
                <a:sym typeface="Lexend SemiBold"/>
              </a:defRPr>
            </a:lvl4pPr>
            <a:lvl5pPr lvl="4" algn="ctr">
              <a:buNone/>
              <a:defRPr>
                <a:solidFill>
                  <a:schemeClr val="dk2"/>
                </a:solidFill>
                <a:latin typeface="Lexend SemiBold"/>
                <a:ea typeface="Lexend SemiBold"/>
                <a:cs typeface="Lexend SemiBold"/>
                <a:sym typeface="Lexend SemiBold"/>
              </a:defRPr>
            </a:lvl5pPr>
            <a:lvl6pPr lvl="5" algn="ctr">
              <a:buNone/>
              <a:defRPr>
                <a:solidFill>
                  <a:schemeClr val="dk2"/>
                </a:solidFill>
                <a:latin typeface="Lexend SemiBold"/>
                <a:ea typeface="Lexend SemiBold"/>
                <a:cs typeface="Lexend SemiBold"/>
                <a:sym typeface="Lexend SemiBold"/>
              </a:defRPr>
            </a:lvl6pPr>
            <a:lvl7pPr lvl="6" algn="ctr">
              <a:buNone/>
              <a:defRPr>
                <a:solidFill>
                  <a:schemeClr val="dk2"/>
                </a:solidFill>
                <a:latin typeface="Lexend SemiBold"/>
                <a:ea typeface="Lexend SemiBold"/>
                <a:cs typeface="Lexend SemiBold"/>
                <a:sym typeface="Lexend SemiBold"/>
              </a:defRPr>
            </a:lvl7pPr>
            <a:lvl8pPr lvl="7" algn="ctr">
              <a:buNone/>
              <a:defRPr>
                <a:solidFill>
                  <a:schemeClr val="dk2"/>
                </a:solidFill>
                <a:latin typeface="Lexend SemiBold"/>
                <a:ea typeface="Lexend SemiBold"/>
                <a:cs typeface="Lexend SemiBold"/>
                <a:sym typeface="Lexend SemiBold"/>
              </a:defRPr>
            </a:lvl8pPr>
            <a:lvl9pPr lvl="8" algn="ctr">
              <a:buNone/>
              <a:defRPr>
                <a:solidFill>
                  <a:schemeClr val="dk2"/>
                </a:solidFill>
                <a:latin typeface="Lexend SemiBold"/>
                <a:ea typeface="Lexend SemiBold"/>
                <a:cs typeface="Lexend SemiBold"/>
                <a:sym typeface="Lexend SemiBold"/>
              </a:defRPr>
            </a:lvl9pPr>
          </a:lstStyle>
          <a:p>
            <a:pPr indent="0" lvl="0" marL="0" rtl="0" algn="ctr">
              <a:spcBef>
                <a:spcPts val="0"/>
              </a:spcBef>
              <a:spcAft>
                <a:spcPts val="0"/>
              </a:spcAft>
              <a:buNone/>
            </a:pPr>
            <a:fld id="{00000000-1234-1234-1234-123412341234}" type="slidenum">
              <a:rPr lang="en"/>
              <a:t>‹#›</a:t>
            </a:fld>
            <a:endParaRPr/>
          </a:p>
        </p:txBody>
      </p:sp>
      <p:sp>
        <p:nvSpPr>
          <p:cNvPr id="53" name="Google Shape;53;p13"/>
          <p:cNvSpPr txBox="1"/>
          <p:nvPr>
            <p:ph idx="1" type="body"/>
          </p:nvPr>
        </p:nvSpPr>
        <p:spPr>
          <a:xfrm>
            <a:off x="2614575" y="2355900"/>
            <a:ext cx="5340900" cy="2013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1pPr>
            <a:lvl2pPr indent="-304800" lvl="1" marL="914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2pPr>
            <a:lvl3pPr indent="-304800" lvl="2" marL="1371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3pPr>
            <a:lvl4pPr indent="-304800" lvl="3" marL="1828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4pPr>
            <a:lvl5pPr indent="-304800" lvl="4" marL="22860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5pPr>
            <a:lvl6pPr indent="-304800" lvl="5" marL="2743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6pPr>
            <a:lvl7pPr indent="-304800" lvl="6" marL="3200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7pPr>
            <a:lvl8pPr indent="-304800" lvl="7" marL="3657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8pPr>
            <a:lvl9pPr indent="-304800" lvl="8" marL="411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738">
          <p15:clr>
            <a:srgbClr val="E46962"/>
          </p15:clr>
        </p15:guide>
        <p15:guide id="3" pos="405">
          <p15:clr>
            <a:srgbClr val="E46962"/>
          </p15:clr>
        </p15:guide>
        <p15:guide id="4" pos="1396">
          <p15:clr>
            <a:srgbClr val="E46962"/>
          </p15:clr>
        </p15:guide>
        <p15:guide id="5" pos="1067">
          <p15:clr>
            <a:srgbClr val="E46962"/>
          </p15:clr>
        </p15:guide>
        <p15:guide id="6" pos="1725">
          <p15:clr>
            <a:srgbClr val="E46962"/>
          </p15:clr>
        </p15:guide>
        <p15:guide id="7" pos="2054">
          <p15:clr>
            <a:srgbClr val="E46962"/>
          </p15:clr>
        </p15:guide>
        <p15:guide id="8" pos="2387">
          <p15:clr>
            <a:srgbClr val="E46962"/>
          </p15:clr>
        </p15:guide>
        <p15:guide id="9" pos="2720">
          <p15:clr>
            <a:srgbClr val="E46962"/>
          </p15:clr>
        </p15:guide>
        <p15:guide id="10" pos="3049">
          <p15:clr>
            <a:srgbClr val="E46962"/>
          </p15:clr>
        </p15:guide>
        <p15:guide id="11" pos="3378">
          <p15:clr>
            <a:srgbClr val="E46962"/>
          </p15:clr>
        </p15:guide>
        <p15:guide id="12" pos="3706">
          <p15:clr>
            <a:srgbClr val="E46962"/>
          </p15:clr>
        </p15:guide>
        <p15:guide id="13" pos="4035">
          <p15:clr>
            <a:srgbClr val="E46962"/>
          </p15:clr>
        </p15:guide>
        <p15:guide id="14" pos="4364">
          <p15:clr>
            <a:srgbClr val="E46962"/>
          </p15:clr>
        </p15:guide>
        <p15:guide id="15" pos="4693">
          <p15:clr>
            <a:srgbClr val="E46962"/>
          </p15:clr>
        </p15:guide>
        <p15:guide id="16" pos="5025">
          <p15:clr>
            <a:srgbClr val="E46962"/>
          </p15:clr>
        </p15:guide>
        <p15:guide id="17" pos="5355">
          <p15:clr>
            <a:srgbClr val="E46962"/>
          </p15:clr>
        </p15:guide>
        <p15:guide id="18" pos="5688">
          <p15:clr>
            <a:srgbClr val="E46962"/>
          </p15:clr>
        </p15:guide>
        <p15:guide id="19" orient="horz" pos="72">
          <p15:clr>
            <a:srgbClr val="E46962"/>
          </p15:clr>
        </p15:guide>
        <p15:guide id="20" orient="horz" pos="417">
          <p15:clr>
            <a:srgbClr val="E46962"/>
          </p15:clr>
        </p15:guide>
        <p15:guide id="21" orient="horz" pos="415">
          <p15:clr>
            <a:srgbClr val="E46962"/>
          </p15:clr>
        </p15:guide>
        <p15:guide id="22" orient="horz" pos="761">
          <p15:clr>
            <a:srgbClr val="E46962"/>
          </p15:clr>
        </p15:guide>
        <p15:guide id="23" orient="horz" pos="1101">
          <p15:clr>
            <a:srgbClr val="E46962"/>
          </p15:clr>
        </p15:guide>
        <p15:guide id="24" orient="horz" pos="1449">
          <p15:clr>
            <a:srgbClr val="E46962"/>
          </p15:clr>
        </p15:guide>
        <p15:guide id="25" orient="horz" pos="1791">
          <p15:clr>
            <a:srgbClr val="E46962"/>
          </p15:clr>
        </p15:guide>
        <p15:guide id="26" orient="horz" pos="2134">
          <p15:clr>
            <a:srgbClr val="E46962"/>
          </p15:clr>
        </p15:guide>
        <p15:guide id="27" orient="horz" pos="2479">
          <p15:clr>
            <a:srgbClr val="E46962"/>
          </p15:clr>
        </p15:guide>
        <p15:guide id="28" orient="horz" pos="2825">
          <p15:clr>
            <a:srgbClr val="E46962"/>
          </p15:clr>
        </p15:guide>
        <p15:guide id="29" orient="horz" pos="3166">
          <p15:clr>
            <a:srgbClr val="E46962"/>
          </p15:clr>
        </p15:guide>
        <p15:guide id="30" pos="184">
          <p15:clr>
            <a:srgbClr val="E46962"/>
          </p15:clr>
        </p15:guide>
        <p15:guide id="31" orient="horz" pos="184">
          <p15:clr>
            <a:srgbClr val="E46962"/>
          </p15:clr>
        </p15:guide>
        <p15:guide id="32" pos="5576">
          <p15:clr>
            <a:srgbClr val="E46962"/>
          </p15:clr>
        </p15:guide>
        <p15:guide id="33" orient="horz" pos="1620">
          <p15:clr>
            <a:srgbClr val="E46962"/>
          </p15:clr>
        </p15:guide>
        <p15:guide id="34" orient="horz" pos="1716">
          <p15:clr>
            <a:srgbClr val="E46962"/>
          </p15:clr>
        </p15:guide>
        <p15:guide id="35" orient="horz" pos="305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12" name="Google Shape;512;p53"/>
          <p:cNvSpPr txBox="1"/>
          <p:nvPr>
            <p:ph type="title"/>
          </p:nvPr>
        </p:nvSpPr>
        <p:spPr>
          <a:xfrm>
            <a:off x="671825" y="727744"/>
            <a:ext cx="3117600" cy="12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Group 2</a:t>
            </a:r>
            <a:endParaRPr sz="2900"/>
          </a:p>
          <a:p>
            <a:pPr indent="0" lvl="0" marL="0" rtl="0" algn="l">
              <a:spcBef>
                <a:spcPts val="0"/>
              </a:spcBef>
              <a:spcAft>
                <a:spcPts val="0"/>
              </a:spcAft>
              <a:buNone/>
            </a:pPr>
            <a:r>
              <a:t/>
            </a:r>
            <a:endParaRPr sz="1400"/>
          </a:p>
          <a:p>
            <a:pPr indent="0" lvl="0" marL="0" rtl="0" algn="l">
              <a:spcBef>
                <a:spcPts val="0"/>
              </a:spcBef>
              <a:spcAft>
                <a:spcPts val="0"/>
              </a:spcAft>
              <a:buNone/>
            </a:pPr>
            <a:r>
              <a:rPr lang="en" sz="1400"/>
              <a:t>Manuel G, Paul C, Nick V</a:t>
            </a:r>
            <a:endParaRPr sz="1400"/>
          </a:p>
        </p:txBody>
      </p:sp>
      <p:sp>
        <p:nvSpPr>
          <p:cNvPr id="513" name="Google Shape;513;p53"/>
          <p:cNvSpPr txBox="1"/>
          <p:nvPr>
            <p:ph idx="2" type="title"/>
          </p:nvPr>
        </p:nvSpPr>
        <p:spPr>
          <a:xfrm>
            <a:off x="2258050" y="1800075"/>
            <a:ext cx="4623900" cy="22197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3400"/>
              <a:t>Multiplayer Blackjack</a:t>
            </a:r>
            <a:endParaRPr sz="3400"/>
          </a:p>
          <a:p>
            <a:pPr indent="0" lvl="0" marL="0" rtl="0" algn="ctr">
              <a:lnSpc>
                <a:spcPct val="100000"/>
              </a:lnSpc>
              <a:spcBef>
                <a:spcPts val="0"/>
              </a:spcBef>
              <a:spcAft>
                <a:spcPts val="0"/>
              </a:spcAft>
              <a:buNone/>
            </a:pPr>
            <a:r>
              <a:rPr b="1" lang="en" sz="4900">
                <a:solidFill>
                  <a:srgbClr val="000000"/>
                </a:solidFill>
              </a:rPr>
              <a:t>Design</a:t>
            </a:r>
            <a:endParaRPr sz="4900"/>
          </a:p>
        </p:txBody>
      </p:sp>
      <p:pic>
        <p:nvPicPr>
          <p:cNvPr id="514" name="Google Shape;514;p53"/>
          <p:cNvPicPr preferRelativeResize="0"/>
          <p:nvPr/>
        </p:nvPicPr>
        <p:blipFill>
          <a:blip r:embed="rId3">
            <a:alphaModFix/>
          </a:blip>
          <a:stretch>
            <a:fillRect/>
          </a:stretch>
        </p:blipFill>
        <p:spPr>
          <a:xfrm>
            <a:off x="193675" y="2619234"/>
            <a:ext cx="1957251" cy="19572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4"/>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200"/>
              <a:t>Introduction</a:t>
            </a:r>
            <a:endParaRPr sz="3200"/>
          </a:p>
        </p:txBody>
      </p:sp>
      <p:sp>
        <p:nvSpPr>
          <p:cNvPr id="520" name="Google Shape;520;p54"/>
          <p:cNvSpPr txBox="1"/>
          <p:nvPr>
            <p:ph idx="3" type="subTitle"/>
          </p:nvPr>
        </p:nvSpPr>
        <p:spPr>
          <a:xfrm>
            <a:off x="3084123" y="3142997"/>
            <a:ext cx="2723100" cy="54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Concepts Vs Execution</a:t>
            </a:r>
            <a:endParaRPr sz="1600"/>
          </a:p>
        </p:txBody>
      </p:sp>
      <p:sp>
        <p:nvSpPr>
          <p:cNvPr id="521" name="Google Shape;521;p54"/>
          <p:cNvSpPr txBox="1"/>
          <p:nvPr>
            <p:ph idx="4" type="body"/>
          </p:nvPr>
        </p:nvSpPr>
        <p:spPr>
          <a:xfrm>
            <a:off x="328334" y="3743030"/>
            <a:ext cx="26970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from plan to preparation</a:t>
            </a:r>
            <a:endParaRPr/>
          </a:p>
        </p:txBody>
      </p:sp>
      <p:sp>
        <p:nvSpPr>
          <p:cNvPr id="522" name="Google Shape;522;p54"/>
          <p:cNvSpPr txBox="1"/>
          <p:nvPr>
            <p:ph idx="1" type="subTitle"/>
          </p:nvPr>
        </p:nvSpPr>
        <p:spPr>
          <a:xfrm>
            <a:off x="334178" y="3142997"/>
            <a:ext cx="2723100" cy="54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Approaching Design</a:t>
            </a:r>
            <a:endParaRPr sz="1800"/>
          </a:p>
        </p:txBody>
      </p:sp>
      <p:sp>
        <p:nvSpPr>
          <p:cNvPr id="523" name="Google Shape;523;p54"/>
          <p:cNvSpPr txBox="1"/>
          <p:nvPr>
            <p:ph idx="5" type="body"/>
          </p:nvPr>
        </p:nvSpPr>
        <p:spPr>
          <a:xfrm>
            <a:off x="3087016" y="3743030"/>
            <a:ext cx="26970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Understanding user flow and intended, common sequences</a:t>
            </a:r>
            <a:endParaRPr/>
          </a:p>
        </p:txBody>
      </p:sp>
      <p:pic>
        <p:nvPicPr>
          <p:cNvPr id="524" name="Google Shape;524;p54"/>
          <p:cNvPicPr preferRelativeResize="0"/>
          <p:nvPr>
            <p:ph idx="2" type="pic"/>
          </p:nvPr>
        </p:nvPicPr>
        <p:blipFill rotWithShape="1">
          <a:blip r:embed="rId3">
            <a:alphaModFix/>
          </a:blip>
          <a:srcRect b="0" l="298" r="298" t="0"/>
          <a:stretch/>
        </p:blipFill>
        <p:spPr>
          <a:xfrm>
            <a:off x="304061" y="1312844"/>
            <a:ext cx="2746200" cy="1841700"/>
          </a:xfrm>
          <a:prstGeom prst="rect">
            <a:avLst/>
          </a:prstGeom>
        </p:spPr>
      </p:pic>
      <p:pic>
        <p:nvPicPr>
          <p:cNvPr id="525" name="Google Shape;525;p54"/>
          <p:cNvPicPr preferRelativeResize="0"/>
          <p:nvPr>
            <p:ph idx="6" type="pic"/>
          </p:nvPr>
        </p:nvPicPr>
        <p:blipFill rotWithShape="1">
          <a:blip r:embed="rId4">
            <a:alphaModFix/>
          </a:blip>
          <a:srcRect b="2052" l="0" r="0" t="2052"/>
          <a:stretch/>
        </p:blipFill>
        <p:spPr>
          <a:xfrm>
            <a:off x="3062545" y="1312844"/>
            <a:ext cx="2746200" cy="1841700"/>
          </a:xfrm>
          <a:prstGeom prst="rect">
            <a:avLst/>
          </a:prstGeom>
        </p:spPr>
      </p:pic>
      <p:sp>
        <p:nvSpPr>
          <p:cNvPr id="526" name="Google Shape;526;p54"/>
          <p:cNvSpPr txBox="1"/>
          <p:nvPr>
            <p:ph idx="7" type="subTitle"/>
          </p:nvPr>
        </p:nvSpPr>
        <p:spPr>
          <a:xfrm>
            <a:off x="5841423" y="3142997"/>
            <a:ext cx="2723100" cy="54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Addressing The Problem</a:t>
            </a:r>
            <a:endParaRPr sz="1600"/>
          </a:p>
        </p:txBody>
      </p:sp>
      <p:sp>
        <p:nvSpPr>
          <p:cNvPr id="527" name="Google Shape;527;p54"/>
          <p:cNvSpPr txBox="1"/>
          <p:nvPr>
            <p:ph idx="8" type="body"/>
          </p:nvPr>
        </p:nvSpPr>
        <p:spPr>
          <a:xfrm>
            <a:off x="5844316" y="3743030"/>
            <a:ext cx="26970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are we bridging the gap to deliver</a:t>
            </a:r>
            <a:endParaRPr/>
          </a:p>
        </p:txBody>
      </p:sp>
      <p:pic>
        <p:nvPicPr>
          <p:cNvPr id="528" name="Google Shape;528;p54"/>
          <p:cNvPicPr preferRelativeResize="0"/>
          <p:nvPr>
            <p:ph idx="9" type="pic"/>
          </p:nvPr>
        </p:nvPicPr>
        <p:blipFill rotWithShape="1">
          <a:blip r:embed="rId5">
            <a:alphaModFix/>
          </a:blip>
          <a:srcRect b="16464" l="0" r="0" t="16471"/>
          <a:stretch/>
        </p:blipFill>
        <p:spPr>
          <a:xfrm>
            <a:off x="5819845" y="1312844"/>
            <a:ext cx="2746200" cy="1841699"/>
          </a:xfrm>
          <a:prstGeom prst="rect">
            <a:avLst/>
          </a:prstGeom>
        </p:spPr>
      </p:pic>
      <p:pic>
        <p:nvPicPr>
          <p:cNvPr id="529" name="Google Shape;529;p54"/>
          <p:cNvPicPr preferRelativeResize="0"/>
          <p:nvPr/>
        </p:nvPicPr>
        <p:blipFill>
          <a:blip r:embed="rId6">
            <a:alphaModFix/>
          </a:blip>
          <a:stretch>
            <a:fillRect/>
          </a:stretch>
        </p:blipFill>
        <p:spPr>
          <a:xfrm>
            <a:off x="3830047" y="1786812"/>
            <a:ext cx="1231650" cy="1026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800">
                <a:solidFill>
                  <a:srgbClr val="000000"/>
                </a:solidFill>
                <a:latin typeface="Arial"/>
                <a:ea typeface="Arial"/>
                <a:cs typeface="Arial"/>
                <a:sym typeface="Arial"/>
              </a:rPr>
              <a:t>Architectural Design</a:t>
            </a:r>
            <a:endParaRPr/>
          </a:p>
        </p:txBody>
      </p:sp>
      <p:sp>
        <p:nvSpPr>
          <p:cNvPr id="535" name="Google Shape;535;p5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36" name="Google Shape;536;p55"/>
          <p:cNvSpPr txBox="1"/>
          <p:nvPr/>
        </p:nvSpPr>
        <p:spPr>
          <a:xfrm>
            <a:off x="292600" y="1208200"/>
            <a:ext cx="3437400" cy="32760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Lexend"/>
              <a:buChar char="●"/>
            </a:pPr>
            <a:r>
              <a:rPr b="1" lang="en" sz="1100">
                <a:solidFill>
                  <a:schemeClr val="dk1"/>
                </a:solidFill>
                <a:latin typeface="Lexend"/>
                <a:ea typeface="Lexend"/>
                <a:cs typeface="Lexend"/>
                <a:sym typeface="Lexend"/>
              </a:rPr>
              <a:t>Networking: </a:t>
            </a:r>
            <a:r>
              <a:rPr lang="en" sz="900">
                <a:solidFill>
                  <a:schemeClr val="dk1"/>
                </a:solidFill>
                <a:latin typeface="Lexend SemiBold"/>
                <a:ea typeface="Lexend SemiBold"/>
                <a:cs typeface="Lexend SemiBold"/>
                <a:sym typeface="Lexend SemiBold"/>
              </a:rPr>
              <a:t>Facilitate</a:t>
            </a:r>
            <a:r>
              <a:rPr lang="en" sz="900">
                <a:solidFill>
                  <a:schemeClr val="dk1"/>
                </a:solidFill>
                <a:latin typeface="Lexend SemiBold"/>
                <a:ea typeface="Lexend SemiBold"/>
                <a:cs typeface="Lexend SemiBold"/>
                <a:sym typeface="Lexend SemiBold"/>
              </a:rPr>
              <a:t> communications between the server and multiple clients. This will require multi-threading  and </a:t>
            </a:r>
            <a:r>
              <a:rPr lang="en" sz="900">
                <a:solidFill>
                  <a:schemeClr val="dk1"/>
                </a:solidFill>
                <a:latin typeface="Lexend SemiBold"/>
                <a:ea typeface="Lexend SemiBold"/>
                <a:cs typeface="Lexend SemiBold"/>
                <a:sym typeface="Lexend SemiBold"/>
              </a:rPr>
              <a:t>synchronous</a:t>
            </a:r>
            <a:r>
              <a:rPr lang="en" sz="900">
                <a:solidFill>
                  <a:schemeClr val="dk1"/>
                </a:solidFill>
                <a:latin typeface="Lexend SemiBold"/>
                <a:ea typeface="Lexend SemiBold"/>
                <a:cs typeface="Lexend SemiBold"/>
                <a:sym typeface="Lexend SemiBold"/>
              </a:rPr>
              <a:t> communication to allow each client to view the current in-game status.</a:t>
            </a:r>
            <a:endParaRPr sz="900">
              <a:solidFill>
                <a:schemeClr val="dk1"/>
              </a:solidFill>
              <a:latin typeface="Lexend SemiBold"/>
              <a:ea typeface="Lexend SemiBold"/>
              <a:cs typeface="Lexend SemiBold"/>
              <a:sym typeface="Lexend SemiBold"/>
            </a:endParaRPr>
          </a:p>
          <a:p>
            <a:pPr indent="0" lvl="0" marL="457200" rtl="0" algn="l">
              <a:spcBef>
                <a:spcPts val="0"/>
              </a:spcBef>
              <a:spcAft>
                <a:spcPts val="0"/>
              </a:spcAft>
              <a:buNone/>
            </a:pPr>
            <a:r>
              <a:t/>
            </a:r>
            <a:endParaRPr sz="900">
              <a:solidFill>
                <a:schemeClr val="dk1"/>
              </a:solidFill>
              <a:latin typeface="Lexend SemiBold"/>
              <a:ea typeface="Lexend SemiBold"/>
              <a:cs typeface="Lexend SemiBold"/>
              <a:sym typeface="Lexend SemiBold"/>
            </a:endParaRPr>
          </a:p>
          <a:p>
            <a:pPr indent="-298450" lvl="0" marL="457200" rtl="0" algn="l">
              <a:spcBef>
                <a:spcPts val="0"/>
              </a:spcBef>
              <a:spcAft>
                <a:spcPts val="0"/>
              </a:spcAft>
              <a:buClr>
                <a:schemeClr val="dk1"/>
              </a:buClr>
              <a:buSzPts val="1100"/>
              <a:buFont typeface="Lexend"/>
              <a:buChar char="●"/>
            </a:pPr>
            <a:r>
              <a:rPr b="1" lang="en" sz="1100">
                <a:solidFill>
                  <a:schemeClr val="dk1"/>
                </a:solidFill>
                <a:latin typeface="Lexend"/>
                <a:ea typeface="Lexend"/>
                <a:cs typeface="Lexend"/>
                <a:sym typeface="Lexend"/>
              </a:rPr>
              <a:t>Messaging: </a:t>
            </a:r>
            <a:r>
              <a:rPr lang="en" sz="900">
                <a:solidFill>
                  <a:schemeClr val="dk1"/>
                </a:solidFill>
                <a:latin typeface="Lexend SemiBold"/>
                <a:ea typeface="Lexend SemiBold"/>
                <a:cs typeface="Lexend SemiBold"/>
                <a:sym typeface="Lexend SemiBold"/>
              </a:rPr>
              <a:t>The specific communications between the server and client. Managing the sequence of events Between the client and server that allow for logging in and out, account management, game selection, and in-game activities.</a:t>
            </a:r>
            <a:endParaRPr sz="900">
              <a:solidFill>
                <a:schemeClr val="dk1"/>
              </a:solidFill>
              <a:latin typeface="Lexend SemiBold"/>
              <a:ea typeface="Lexend SemiBold"/>
              <a:cs typeface="Lexend SemiBold"/>
              <a:sym typeface="Lexend SemiBold"/>
            </a:endParaRPr>
          </a:p>
          <a:p>
            <a:pPr indent="0" lvl="0" marL="457200" rtl="0" algn="l">
              <a:spcBef>
                <a:spcPts val="0"/>
              </a:spcBef>
              <a:spcAft>
                <a:spcPts val="0"/>
              </a:spcAft>
              <a:buNone/>
            </a:pPr>
            <a:r>
              <a:t/>
            </a:r>
            <a:endParaRPr sz="900">
              <a:solidFill>
                <a:schemeClr val="dk1"/>
              </a:solidFill>
              <a:latin typeface="Lexend SemiBold"/>
              <a:ea typeface="Lexend SemiBold"/>
              <a:cs typeface="Lexend SemiBold"/>
              <a:sym typeface="Lexend SemiBold"/>
            </a:endParaRPr>
          </a:p>
          <a:p>
            <a:pPr indent="-298450" lvl="0" marL="457200" rtl="0" algn="l">
              <a:spcBef>
                <a:spcPts val="0"/>
              </a:spcBef>
              <a:spcAft>
                <a:spcPts val="0"/>
              </a:spcAft>
              <a:buClr>
                <a:schemeClr val="dk1"/>
              </a:buClr>
              <a:buSzPts val="1100"/>
              <a:buFont typeface="Lexend"/>
              <a:buChar char="●"/>
            </a:pPr>
            <a:r>
              <a:rPr b="1" lang="en" sz="1100">
                <a:solidFill>
                  <a:schemeClr val="dk1"/>
                </a:solidFill>
                <a:latin typeface="Lexend"/>
                <a:ea typeface="Lexend"/>
                <a:cs typeface="Lexend"/>
                <a:sym typeface="Lexend"/>
              </a:rPr>
              <a:t>Client: </a:t>
            </a:r>
            <a:r>
              <a:rPr lang="en" sz="900">
                <a:solidFill>
                  <a:schemeClr val="dk1"/>
                </a:solidFill>
                <a:latin typeface="Lexend"/>
                <a:ea typeface="Lexend"/>
                <a:cs typeface="Lexend"/>
                <a:sym typeface="Lexend"/>
              </a:rPr>
              <a:t>Manages the interfaces the players and dealers interact with. Displaying </a:t>
            </a:r>
            <a:r>
              <a:rPr lang="en" sz="900">
                <a:solidFill>
                  <a:schemeClr val="dk1"/>
                </a:solidFill>
                <a:latin typeface="Lexend"/>
                <a:ea typeface="Lexend"/>
                <a:cs typeface="Lexend"/>
                <a:sym typeface="Lexend"/>
              </a:rPr>
              <a:t>vital</a:t>
            </a:r>
            <a:r>
              <a:rPr lang="en" sz="900">
                <a:solidFill>
                  <a:schemeClr val="dk1"/>
                </a:solidFill>
                <a:latin typeface="Lexend"/>
                <a:ea typeface="Lexend"/>
                <a:cs typeface="Lexend"/>
                <a:sym typeface="Lexend"/>
              </a:rPr>
              <a:t> information to all users to help them navigate through the processes involved with-in the </a:t>
            </a:r>
            <a:r>
              <a:rPr lang="en" sz="900">
                <a:solidFill>
                  <a:schemeClr val="dk1"/>
                </a:solidFill>
                <a:latin typeface="Lexend"/>
                <a:ea typeface="Lexend"/>
                <a:cs typeface="Lexend"/>
                <a:sym typeface="Lexend"/>
              </a:rPr>
              <a:t>application. Each interface interacts with different elements of the messaging system to display information from the server or send user requests to the server.</a:t>
            </a:r>
            <a:endParaRPr b="1" sz="1100">
              <a:solidFill>
                <a:schemeClr val="dk1"/>
              </a:solidFill>
              <a:latin typeface="Lexend"/>
              <a:ea typeface="Lexend"/>
              <a:cs typeface="Lexend"/>
              <a:sym typeface="Lexend"/>
            </a:endParaRPr>
          </a:p>
        </p:txBody>
      </p:sp>
      <p:pic>
        <p:nvPicPr>
          <p:cNvPr id="537" name="Google Shape;537;p55" title="Blackjack Class Diagram.png"/>
          <p:cNvPicPr preferRelativeResize="0"/>
          <p:nvPr/>
        </p:nvPicPr>
        <p:blipFill>
          <a:blip r:embed="rId3">
            <a:alphaModFix/>
          </a:blip>
          <a:stretch>
            <a:fillRect/>
          </a:stretch>
        </p:blipFill>
        <p:spPr>
          <a:xfrm>
            <a:off x="4393425" y="1116625"/>
            <a:ext cx="4127698" cy="38253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lang="en" sz="2800">
                <a:solidFill>
                  <a:srgbClr val="000000"/>
                </a:solidFill>
                <a:latin typeface="Arial"/>
                <a:ea typeface="Arial"/>
                <a:cs typeface="Arial"/>
                <a:sym typeface="Arial"/>
              </a:rPr>
              <a:t>Architectural Design </a:t>
            </a:r>
            <a:r>
              <a:rPr lang="en" sz="2750"/>
              <a:t>Cont.</a:t>
            </a:r>
            <a:endParaRPr sz="2750"/>
          </a:p>
        </p:txBody>
      </p:sp>
      <p:sp>
        <p:nvSpPr>
          <p:cNvPr id="543" name="Google Shape;543;p5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44" name="Google Shape;544;p56"/>
          <p:cNvSpPr txBox="1"/>
          <p:nvPr/>
        </p:nvSpPr>
        <p:spPr>
          <a:xfrm>
            <a:off x="352100" y="1205500"/>
            <a:ext cx="3437400" cy="32760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Lexend"/>
              <a:buChar char="●"/>
            </a:pPr>
            <a:r>
              <a:rPr b="1" lang="en" sz="1100">
                <a:solidFill>
                  <a:schemeClr val="dk1"/>
                </a:solidFill>
                <a:latin typeface="Lexend"/>
                <a:ea typeface="Lexend"/>
                <a:cs typeface="Lexend"/>
                <a:sym typeface="Lexend"/>
              </a:rPr>
              <a:t>Server: </a:t>
            </a:r>
            <a:r>
              <a:rPr lang="en" sz="900">
                <a:solidFill>
                  <a:schemeClr val="dk1"/>
                </a:solidFill>
                <a:latin typeface="Lexend SemiBold"/>
                <a:ea typeface="Lexend SemiBold"/>
                <a:cs typeface="Lexend SemiBold"/>
                <a:sym typeface="Lexend SemiBold"/>
              </a:rPr>
              <a:t>Handles most of the workload for the blackjack application to function.</a:t>
            </a:r>
            <a:endParaRPr sz="900">
              <a:solidFill>
                <a:schemeClr val="dk1"/>
              </a:solidFill>
              <a:latin typeface="Lexend SemiBold"/>
              <a:ea typeface="Lexend SemiBold"/>
              <a:cs typeface="Lexend SemiBold"/>
              <a:sym typeface="Lexend SemiBold"/>
            </a:endParaRPr>
          </a:p>
          <a:p>
            <a:pPr indent="0" lvl="0" marL="457200" rtl="0" algn="l">
              <a:spcBef>
                <a:spcPts val="0"/>
              </a:spcBef>
              <a:spcAft>
                <a:spcPts val="0"/>
              </a:spcAft>
              <a:buNone/>
            </a:pPr>
            <a:r>
              <a:t/>
            </a:r>
            <a:endParaRPr sz="900">
              <a:solidFill>
                <a:schemeClr val="dk1"/>
              </a:solidFill>
              <a:latin typeface="Lexend SemiBold"/>
              <a:ea typeface="Lexend SemiBold"/>
              <a:cs typeface="Lexend SemiBold"/>
              <a:sym typeface="Lexend SemiBold"/>
            </a:endParaRPr>
          </a:p>
          <a:p>
            <a:pPr indent="-285750" lvl="0" marL="457200" rtl="0" algn="l">
              <a:spcBef>
                <a:spcPts val="0"/>
              </a:spcBef>
              <a:spcAft>
                <a:spcPts val="0"/>
              </a:spcAft>
              <a:buClr>
                <a:schemeClr val="dk1"/>
              </a:buClr>
              <a:buSzPts val="900"/>
              <a:buFont typeface="Lexend SemiBold"/>
              <a:buChar char="●"/>
            </a:pPr>
            <a:r>
              <a:rPr lang="en" sz="900">
                <a:solidFill>
                  <a:schemeClr val="dk1"/>
                </a:solidFill>
                <a:latin typeface="Lexend SemiBold"/>
                <a:ea typeface="Lexend SemiBold"/>
                <a:cs typeface="Lexend SemiBold"/>
                <a:sym typeface="Lexend SemiBold"/>
              </a:rPr>
              <a:t>Facilitating</a:t>
            </a:r>
            <a:r>
              <a:rPr lang="en" sz="900">
                <a:solidFill>
                  <a:schemeClr val="dk1"/>
                </a:solidFill>
                <a:latin typeface="Lexend SemiBold"/>
                <a:ea typeface="Lexend SemiBold"/>
                <a:cs typeface="Lexend SemiBold"/>
                <a:sym typeface="Lexend SemiBold"/>
              </a:rPr>
              <a:t> multiple clients through the network and messaging components.</a:t>
            </a:r>
            <a:endParaRPr sz="900">
              <a:solidFill>
                <a:schemeClr val="dk1"/>
              </a:solidFill>
              <a:latin typeface="Lexend SemiBold"/>
              <a:ea typeface="Lexend SemiBold"/>
              <a:cs typeface="Lexend SemiBold"/>
              <a:sym typeface="Lexend SemiBold"/>
            </a:endParaRPr>
          </a:p>
          <a:p>
            <a:pPr indent="0" lvl="0" marL="457200" rtl="0" algn="l">
              <a:spcBef>
                <a:spcPts val="0"/>
              </a:spcBef>
              <a:spcAft>
                <a:spcPts val="0"/>
              </a:spcAft>
              <a:buNone/>
            </a:pPr>
            <a:r>
              <a:t/>
            </a:r>
            <a:endParaRPr sz="900">
              <a:solidFill>
                <a:schemeClr val="dk1"/>
              </a:solidFill>
              <a:latin typeface="Lexend SemiBold"/>
              <a:ea typeface="Lexend SemiBold"/>
              <a:cs typeface="Lexend SemiBold"/>
              <a:sym typeface="Lexend SemiBold"/>
            </a:endParaRPr>
          </a:p>
          <a:p>
            <a:pPr indent="-285750" lvl="0" marL="457200" rtl="0" algn="l">
              <a:spcBef>
                <a:spcPts val="0"/>
              </a:spcBef>
              <a:spcAft>
                <a:spcPts val="0"/>
              </a:spcAft>
              <a:buClr>
                <a:schemeClr val="dk1"/>
              </a:buClr>
              <a:buSzPts val="900"/>
              <a:buFont typeface="Lexend SemiBold"/>
              <a:buChar char="●"/>
            </a:pPr>
            <a:r>
              <a:rPr lang="en" sz="900">
                <a:solidFill>
                  <a:schemeClr val="dk1"/>
                </a:solidFill>
                <a:latin typeface="Lexend SemiBold"/>
                <a:ea typeface="Lexend SemiBold"/>
                <a:cs typeface="Lexend SemiBold"/>
                <a:sym typeface="Lexend SemiBold"/>
              </a:rPr>
              <a:t>Storing and updating user data as information changes during gameplay.</a:t>
            </a:r>
            <a:endParaRPr sz="900">
              <a:solidFill>
                <a:schemeClr val="dk1"/>
              </a:solidFill>
              <a:latin typeface="Lexend SemiBold"/>
              <a:ea typeface="Lexend SemiBold"/>
              <a:cs typeface="Lexend SemiBold"/>
              <a:sym typeface="Lexend SemiBold"/>
            </a:endParaRPr>
          </a:p>
          <a:p>
            <a:pPr indent="0" lvl="0" marL="457200" rtl="0" algn="l">
              <a:spcBef>
                <a:spcPts val="0"/>
              </a:spcBef>
              <a:spcAft>
                <a:spcPts val="0"/>
              </a:spcAft>
              <a:buNone/>
            </a:pPr>
            <a:r>
              <a:t/>
            </a:r>
            <a:endParaRPr sz="900">
              <a:solidFill>
                <a:schemeClr val="dk1"/>
              </a:solidFill>
              <a:latin typeface="Lexend SemiBold"/>
              <a:ea typeface="Lexend SemiBold"/>
              <a:cs typeface="Lexend SemiBold"/>
              <a:sym typeface="Lexend SemiBold"/>
            </a:endParaRPr>
          </a:p>
          <a:p>
            <a:pPr indent="-285750" lvl="0" marL="457200" rtl="0" algn="l">
              <a:spcBef>
                <a:spcPts val="0"/>
              </a:spcBef>
              <a:spcAft>
                <a:spcPts val="0"/>
              </a:spcAft>
              <a:buClr>
                <a:schemeClr val="dk1"/>
              </a:buClr>
              <a:buSzPts val="900"/>
              <a:buFont typeface="Lexend SemiBold"/>
              <a:buChar char="●"/>
            </a:pPr>
            <a:r>
              <a:rPr lang="en" sz="900">
                <a:solidFill>
                  <a:schemeClr val="dk1"/>
                </a:solidFill>
                <a:latin typeface="Lexend SemiBold"/>
                <a:ea typeface="Lexend SemiBold"/>
                <a:cs typeface="Lexend SemiBold"/>
                <a:sym typeface="Lexend SemiBold"/>
              </a:rPr>
              <a:t>Managing each table within the application, providing </a:t>
            </a:r>
            <a:r>
              <a:rPr lang="en" sz="900">
                <a:solidFill>
                  <a:schemeClr val="dk1"/>
                </a:solidFill>
                <a:latin typeface="Lexend SemiBold"/>
                <a:ea typeface="Lexend SemiBold"/>
                <a:cs typeface="Lexend SemiBold"/>
                <a:sym typeface="Lexend SemiBold"/>
              </a:rPr>
              <a:t>real time</a:t>
            </a:r>
            <a:r>
              <a:rPr lang="en" sz="900">
                <a:solidFill>
                  <a:schemeClr val="dk1"/>
                </a:solidFill>
                <a:latin typeface="Lexend SemiBold"/>
                <a:ea typeface="Lexend SemiBold"/>
                <a:cs typeface="Lexend SemiBold"/>
                <a:sym typeface="Lexend SemiBold"/>
              </a:rPr>
              <a:t> details regarding settings and availability.</a:t>
            </a:r>
            <a:endParaRPr sz="900">
              <a:solidFill>
                <a:schemeClr val="dk1"/>
              </a:solidFill>
              <a:latin typeface="Lexend SemiBold"/>
              <a:ea typeface="Lexend SemiBold"/>
              <a:cs typeface="Lexend SemiBold"/>
              <a:sym typeface="Lexend SemiBold"/>
            </a:endParaRPr>
          </a:p>
          <a:p>
            <a:pPr indent="0" lvl="0" marL="457200" rtl="0" algn="l">
              <a:spcBef>
                <a:spcPts val="0"/>
              </a:spcBef>
              <a:spcAft>
                <a:spcPts val="0"/>
              </a:spcAft>
              <a:buNone/>
            </a:pPr>
            <a:r>
              <a:t/>
            </a:r>
            <a:endParaRPr sz="900">
              <a:solidFill>
                <a:schemeClr val="dk1"/>
              </a:solidFill>
              <a:latin typeface="Lexend SemiBold"/>
              <a:ea typeface="Lexend SemiBold"/>
              <a:cs typeface="Lexend SemiBold"/>
              <a:sym typeface="Lexend SemiBold"/>
            </a:endParaRPr>
          </a:p>
          <a:p>
            <a:pPr indent="-285750" lvl="0" marL="457200" rtl="0" algn="l">
              <a:spcBef>
                <a:spcPts val="0"/>
              </a:spcBef>
              <a:spcAft>
                <a:spcPts val="0"/>
              </a:spcAft>
              <a:buClr>
                <a:schemeClr val="dk1"/>
              </a:buClr>
              <a:buSzPts val="900"/>
              <a:buFont typeface="Lexend SemiBold"/>
              <a:buChar char="●"/>
            </a:pPr>
            <a:r>
              <a:rPr lang="en" sz="900">
                <a:solidFill>
                  <a:schemeClr val="dk1"/>
                </a:solidFill>
                <a:latin typeface="Lexend SemiBold"/>
                <a:ea typeface="Lexend SemiBold"/>
                <a:cs typeface="Lexend SemiBold"/>
                <a:sym typeface="Lexend SemiBold"/>
              </a:rPr>
              <a:t>Providing in-game management functionality for each player. Allowing them to bet, hit, stand, or request other elements of gameplay. </a:t>
            </a:r>
            <a:endParaRPr sz="900">
              <a:solidFill>
                <a:schemeClr val="dk1"/>
              </a:solidFill>
              <a:latin typeface="Lexend SemiBold"/>
              <a:ea typeface="Lexend SemiBold"/>
              <a:cs typeface="Lexend SemiBold"/>
              <a:sym typeface="Lexend SemiBold"/>
            </a:endParaRPr>
          </a:p>
          <a:p>
            <a:pPr indent="0" lvl="0" marL="457200" rtl="0" algn="l">
              <a:spcBef>
                <a:spcPts val="0"/>
              </a:spcBef>
              <a:spcAft>
                <a:spcPts val="0"/>
              </a:spcAft>
              <a:buNone/>
            </a:pPr>
            <a:r>
              <a:t/>
            </a:r>
            <a:endParaRPr sz="900">
              <a:solidFill>
                <a:schemeClr val="dk1"/>
              </a:solidFill>
              <a:latin typeface="Lexend SemiBold"/>
              <a:ea typeface="Lexend SemiBold"/>
              <a:cs typeface="Lexend SemiBold"/>
              <a:sym typeface="Lexend SemiBold"/>
            </a:endParaRPr>
          </a:p>
          <a:p>
            <a:pPr indent="-285750" lvl="0" marL="457200" rtl="0" algn="l">
              <a:spcBef>
                <a:spcPts val="0"/>
              </a:spcBef>
              <a:spcAft>
                <a:spcPts val="0"/>
              </a:spcAft>
              <a:buClr>
                <a:schemeClr val="dk1"/>
              </a:buClr>
              <a:buSzPts val="900"/>
              <a:buFont typeface="Lexend SemiBold"/>
              <a:buChar char="●"/>
            </a:pPr>
            <a:r>
              <a:rPr lang="en" sz="900">
                <a:solidFill>
                  <a:schemeClr val="dk1"/>
                </a:solidFill>
                <a:latin typeface="Lexend SemiBold"/>
                <a:ea typeface="Lexend SemiBold"/>
                <a:cs typeface="Lexend SemiBold"/>
                <a:sym typeface="Lexend SemiBold"/>
              </a:rPr>
              <a:t>Providing in-game management functionality for each dealer. Allowing them start each round by requesting initial bets, offer insurance,  deal cards as requested by players, etc.</a:t>
            </a:r>
            <a:endParaRPr sz="900">
              <a:solidFill>
                <a:schemeClr val="dk1"/>
              </a:solidFill>
              <a:latin typeface="Lexend SemiBold"/>
              <a:ea typeface="Lexend SemiBold"/>
              <a:cs typeface="Lexend SemiBold"/>
              <a:sym typeface="Lexend SemiBold"/>
            </a:endParaRPr>
          </a:p>
        </p:txBody>
      </p:sp>
      <p:pic>
        <p:nvPicPr>
          <p:cNvPr id="545" name="Google Shape;545;p56" title="Blackjack Class Diagram.png"/>
          <p:cNvPicPr preferRelativeResize="0"/>
          <p:nvPr/>
        </p:nvPicPr>
        <p:blipFill>
          <a:blip r:embed="rId3">
            <a:alphaModFix/>
          </a:blip>
          <a:stretch>
            <a:fillRect/>
          </a:stretch>
        </p:blipFill>
        <p:spPr>
          <a:xfrm>
            <a:off x="4442500" y="910500"/>
            <a:ext cx="4127698" cy="38253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7"/>
          <p:cNvSpPr txBox="1"/>
          <p:nvPr>
            <p:ph idx="4294967295" type="sldNum"/>
          </p:nvPr>
        </p:nvSpPr>
        <p:spPr>
          <a:xfrm>
            <a:off x="8229913" y="311888"/>
            <a:ext cx="528900" cy="54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51" name="Google Shape;551;p57"/>
          <p:cNvSpPr txBox="1"/>
          <p:nvPr>
            <p:ph idx="1" type="body"/>
          </p:nvPr>
        </p:nvSpPr>
        <p:spPr>
          <a:xfrm>
            <a:off x="1705750" y="1223400"/>
            <a:ext cx="2866200" cy="3534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t>The program itself is divided into 3 primary interfaces: login, lobby, and table</a:t>
            </a:r>
            <a:endParaRPr b="1"/>
          </a:p>
          <a:p>
            <a:pPr indent="0" lvl="0" marL="0" rtl="0" algn="l">
              <a:spcBef>
                <a:spcPts val="0"/>
              </a:spcBef>
              <a:spcAft>
                <a:spcPts val="0"/>
              </a:spcAft>
              <a:buNone/>
            </a:pPr>
            <a:r>
              <a:t/>
            </a:r>
            <a:endParaRPr b="1"/>
          </a:p>
          <a:p>
            <a:pPr indent="-304800" lvl="0" marL="457200" rtl="0" algn="l">
              <a:spcBef>
                <a:spcPts val="0"/>
              </a:spcBef>
              <a:spcAft>
                <a:spcPts val="0"/>
              </a:spcAft>
              <a:buSzPts val="1200"/>
              <a:buChar char="●"/>
            </a:pPr>
            <a:r>
              <a:rPr b="1" lang="en"/>
              <a:t>Each interface represents a distinct stage of interaction</a:t>
            </a:r>
            <a:endParaRPr b="1"/>
          </a:p>
          <a:p>
            <a:pPr indent="0" lvl="0" marL="0" rtl="0" algn="l">
              <a:spcBef>
                <a:spcPts val="0"/>
              </a:spcBef>
              <a:spcAft>
                <a:spcPts val="0"/>
              </a:spcAft>
              <a:buNone/>
            </a:pPr>
            <a:r>
              <a:t/>
            </a:r>
            <a:endParaRPr b="1"/>
          </a:p>
          <a:p>
            <a:pPr indent="-304800" lvl="0" marL="457200" rtl="0" algn="l">
              <a:spcBef>
                <a:spcPts val="0"/>
              </a:spcBef>
              <a:spcAft>
                <a:spcPts val="0"/>
              </a:spcAft>
              <a:buSzPts val="1200"/>
              <a:buChar char="●"/>
            </a:pPr>
            <a:r>
              <a:rPr b="1" lang="en"/>
              <a:t>Consistent structure and navigation across all views</a:t>
            </a:r>
            <a:endParaRPr b="1"/>
          </a:p>
          <a:p>
            <a:pPr indent="0" lvl="0" marL="0" rtl="0" algn="l">
              <a:spcBef>
                <a:spcPts val="0"/>
              </a:spcBef>
              <a:spcAft>
                <a:spcPts val="0"/>
              </a:spcAft>
              <a:buNone/>
            </a:pPr>
            <a:r>
              <a:t/>
            </a:r>
            <a:endParaRPr b="1"/>
          </a:p>
        </p:txBody>
      </p:sp>
      <p:sp>
        <p:nvSpPr>
          <p:cNvPr id="552" name="Google Shape;552;p57"/>
          <p:cNvSpPr txBox="1"/>
          <p:nvPr>
            <p:ph type="title"/>
          </p:nvPr>
        </p:nvSpPr>
        <p:spPr>
          <a:xfrm>
            <a:off x="279175" y="338025"/>
            <a:ext cx="5562300" cy="5433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2900"/>
              <a:t>System Interface</a:t>
            </a:r>
            <a:endParaRPr sz="2900"/>
          </a:p>
        </p:txBody>
      </p:sp>
      <p:sp>
        <p:nvSpPr>
          <p:cNvPr id="553" name="Google Shape;553;p57"/>
          <p:cNvSpPr txBox="1"/>
          <p:nvPr>
            <p:ph idx="4294967295" type="sldNum"/>
          </p:nvPr>
        </p:nvSpPr>
        <p:spPr>
          <a:xfrm>
            <a:off x="8229913" y="311888"/>
            <a:ext cx="528900" cy="54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54" name="Google Shape;554;p5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55" name="Google Shape;555;p57"/>
          <p:cNvSpPr txBox="1"/>
          <p:nvPr>
            <p:ph idx="1" type="body"/>
          </p:nvPr>
        </p:nvSpPr>
        <p:spPr>
          <a:xfrm>
            <a:off x="4571950" y="1223400"/>
            <a:ext cx="2866200" cy="3393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a:t>GUI composed of modular, dynamic elements</a:t>
            </a:r>
            <a:endParaRPr b="1"/>
          </a:p>
          <a:p>
            <a:pPr indent="0" lvl="0" marL="0" rtl="0" algn="l">
              <a:spcBef>
                <a:spcPts val="0"/>
              </a:spcBef>
              <a:spcAft>
                <a:spcPts val="0"/>
              </a:spcAft>
              <a:buNone/>
            </a:pPr>
            <a:r>
              <a:t/>
            </a:r>
            <a:endParaRPr b="1"/>
          </a:p>
          <a:p>
            <a:pPr indent="-304800" lvl="0" marL="457200" rtl="0" algn="l">
              <a:spcBef>
                <a:spcPts val="0"/>
              </a:spcBef>
              <a:spcAft>
                <a:spcPts val="0"/>
              </a:spcAft>
              <a:buSzPts val="1200"/>
              <a:buChar char="●"/>
            </a:pPr>
            <a:r>
              <a:rPr b="1" lang="en"/>
              <a:t>Interface updates based on user roles, application state, and game phase</a:t>
            </a:r>
            <a:endParaRPr b="1"/>
          </a:p>
          <a:p>
            <a:pPr indent="0" lvl="0" marL="0" rtl="0" algn="l">
              <a:spcBef>
                <a:spcPts val="0"/>
              </a:spcBef>
              <a:spcAft>
                <a:spcPts val="0"/>
              </a:spcAft>
              <a:buNone/>
            </a:pPr>
            <a:r>
              <a:t/>
            </a:r>
            <a:endParaRPr b="1"/>
          </a:p>
          <a:p>
            <a:pPr indent="-304800" lvl="0" marL="457200" rtl="0" algn="l">
              <a:spcBef>
                <a:spcPts val="0"/>
              </a:spcBef>
              <a:spcAft>
                <a:spcPts val="0"/>
              </a:spcAft>
              <a:buSzPts val="1200"/>
              <a:buChar char="●"/>
            </a:pPr>
            <a:r>
              <a:rPr b="1" lang="en"/>
              <a:t>Only valid actions are interactable at any time</a:t>
            </a:r>
            <a:endParaRPr b="1"/>
          </a:p>
          <a:p>
            <a:pPr indent="0" lvl="0" marL="45720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p:txBody>
      </p:sp>
      <p:pic>
        <p:nvPicPr>
          <p:cNvPr id="556" name="Google Shape;556;p57" title="10326046.png"/>
          <p:cNvPicPr preferRelativeResize="0"/>
          <p:nvPr/>
        </p:nvPicPr>
        <p:blipFill>
          <a:blip r:embed="rId3">
            <a:alphaModFix/>
          </a:blip>
          <a:stretch>
            <a:fillRect/>
          </a:stretch>
        </p:blipFill>
        <p:spPr>
          <a:xfrm>
            <a:off x="331750" y="2167788"/>
            <a:ext cx="1219200" cy="1219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Interface Cont.</a:t>
            </a:r>
            <a:endParaRPr/>
          </a:p>
        </p:txBody>
      </p:sp>
      <p:pic>
        <p:nvPicPr>
          <p:cNvPr id="562" name="Google Shape;562;p58" title="cs401 blackjack login.png"/>
          <p:cNvPicPr preferRelativeResize="0"/>
          <p:nvPr/>
        </p:nvPicPr>
        <p:blipFill>
          <a:blip r:embed="rId3">
            <a:alphaModFix/>
          </a:blip>
          <a:stretch>
            <a:fillRect/>
          </a:stretch>
        </p:blipFill>
        <p:spPr>
          <a:xfrm>
            <a:off x="292600" y="1100550"/>
            <a:ext cx="4547952" cy="2558239"/>
          </a:xfrm>
          <a:prstGeom prst="rect">
            <a:avLst/>
          </a:prstGeom>
          <a:noFill/>
          <a:ln cap="flat" cmpd="sng" w="9525">
            <a:solidFill>
              <a:schemeClr val="dk2"/>
            </a:solidFill>
            <a:prstDash val="solid"/>
            <a:round/>
            <a:headEnd len="sm" w="sm" type="none"/>
            <a:tailEnd len="sm" w="sm" type="none"/>
          </a:ln>
        </p:spPr>
      </p:pic>
      <p:pic>
        <p:nvPicPr>
          <p:cNvPr id="563" name="Google Shape;563;p58" title="cs401 blackjack lobby.png"/>
          <p:cNvPicPr preferRelativeResize="0"/>
          <p:nvPr/>
        </p:nvPicPr>
        <p:blipFill>
          <a:blip r:embed="rId4">
            <a:alphaModFix/>
          </a:blip>
          <a:stretch>
            <a:fillRect/>
          </a:stretch>
        </p:blipFill>
        <p:spPr>
          <a:xfrm>
            <a:off x="3853425" y="1747475"/>
            <a:ext cx="5079826" cy="28573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Interface Cont.</a:t>
            </a:r>
            <a:endParaRPr/>
          </a:p>
        </p:txBody>
      </p:sp>
      <p:pic>
        <p:nvPicPr>
          <p:cNvPr id="569" name="Google Shape;569;p59" title="cs401 blackjack table - user-dealer.png"/>
          <p:cNvPicPr preferRelativeResize="0"/>
          <p:nvPr/>
        </p:nvPicPr>
        <p:blipFill>
          <a:blip r:embed="rId3">
            <a:alphaModFix/>
          </a:blip>
          <a:stretch>
            <a:fillRect/>
          </a:stretch>
        </p:blipFill>
        <p:spPr>
          <a:xfrm>
            <a:off x="1171663" y="1030100"/>
            <a:ext cx="6800669" cy="38253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Use-Case</a:t>
            </a:r>
            <a:endParaRPr/>
          </a:p>
        </p:txBody>
      </p:sp>
      <p:pic>
        <p:nvPicPr>
          <p:cNvPr id="575" name="Google Shape;575;p60" title="Blackjack Use Case.png"/>
          <p:cNvPicPr preferRelativeResize="0"/>
          <p:nvPr/>
        </p:nvPicPr>
        <p:blipFill>
          <a:blip r:embed="rId3">
            <a:alphaModFix/>
          </a:blip>
          <a:stretch>
            <a:fillRect/>
          </a:stretch>
        </p:blipFill>
        <p:spPr>
          <a:xfrm>
            <a:off x="4547100" y="853975"/>
            <a:ext cx="3868491" cy="4289526"/>
          </a:xfrm>
          <a:prstGeom prst="rect">
            <a:avLst/>
          </a:prstGeom>
          <a:noFill/>
          <a:ln>
            <a:noFill/>
          </a:ln>
        </p:spPr>
      </p:pic>
      <p:sp>
        <p:nvSpPr>
          <p:cNvPr id="576" name="Google Shape;576;p60"/>
          <p:cNvSpPr/>
          <p:nvPr/>
        </p:nvSpPr>
        <p:spPr>
          <a:xfrm>
            <a:off x="667475" y="1414300"/>
            <a:ext cx="3764400" cy="30036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Lexend"/>
              <a:ea typeface="Lexend"/>
              <a:cs typeface="Lexend"/>
              <a:sym typeface="Lexend"/>
            </a:endParaRPr>
          </a:p>
          <a:p>
            <a:pPr indent="-304800" lvl="0" marL="457200" rtl="0" algn="l">
              <a:spcBef>
                <a:spcPts val="0"/>
              </a:spcBef>
              <a:spcAft>
                <a:spcPts val="0"/>
              </a:spcAft>
              <a:buSzPts val="1200"/>
              <a:buFont typeface="Lexend"/>
              <a:buChar char="●"/>
            </a:pPr>
            <a:r>
              <a:rPr b="1" lang="en" sz="1200">
                <a:latin typeface="Lexend"/>
                <a:ea typeface="Lexend"/>
                <a:cs typeface="Lexend"/>
                <a:sym typeface="Lexend"/>
              </a:rPr>
              <a:t>Player</a:t>
            </a:r>
            <a:r>
              <a:rPr lang="en" sz="1200">
                <a:latin typeface="Lexend"/>
                <a:ea typeface="Lexend"/>
                <a:cs typeface="Lexend"/>
                <a:sym typeface="Lexend"/>
              </a:rPr>
              <a:t>: Has fun and plays the game.</a:t>
            </a:r>
            <a:endParaRPr sz="1200">
              <a:latin typeface="Lexend"/>
              <a:ea typeface="Lexend"/>
              <a:cs typeface="Lexend"/>
              <a:sym typeface="Lexend"/>
            </a:endParaRPr>
          </a:p>
          <a:p>
            <a:pPr indent="-292100" lvl="0" marL="457200" rtl="0" algn="l">
              <a:spcBef>
                <a:spcPts val="0"/>
              </a:spcBef>
              <a:spcAft>
                <a:spcPts val="0"/>
              </a:spcAft>
              <a:buSzPts val="1000"/>
              <a:buFont typeface="Lexend"/>
              <a:buChar char="●"/>
            </a:pPr>
            <a:r>
              <a:rPr lang="en" sz="1000">
                <a:latin typeface="Lexend"/>
                <a:ea typeface="Lexend"/>
                <a:cs typeface="Lexend"/>
                <a:sym typeface="Lexend"/>
              </a:rPr>
              <a:t>Can create account within client, and login.</a:t>
            </a:r>
            <a:endParaRPr sz="1000">
              <a:latin typeface="Lexend"/>
              <a:ea typeface="Lexend"/>
              <a:cs typeface="Lexend"/>
              <a:sym typeface="Lexend"/>
            </a:endParaRPr>
          </a:p>
          <a:p>
            <a:pPr indent="-292100" lvl="0" marL="457200" rtl="0" algn="l">
              <a:spcBef>
                <a:spcPts val="0"/>
              </a:spcBef>
              <a:spcAft>
                <a:spcPts val="0"/>
              </a:spcAft>
              <a:buSzPts val="1000"/>
              <a:buFont typeface="Lexend"/>
              <a:buChar char="●"/>
            </a:pPr>
            <a:r>
              <a:rPr lang="en" sz="1000">
                <a:latin typeface="Lexend"/>
                <a:ea typeface="Lexend"/>
                <a:cs typeface="Lexend"/>
                <a:sym typeface="Lexend"/>
              </a:rPr>
              <a:t>In the lobby, player can add or removed funds, or select a table to join.</a:t>
            </a:r>
            <a:endParaRPr sz="1000">
              <a:latin typeface="Lexend"/>
              <a:ea typeface="Lexend"/>
              <a:cs typeface="Lexend"/>
              <a:sym typeface="Lexend"/>
            </a:endParaRPr>
          </a:p>
          <a:p>
            <a:pPr indent="-292100" lvl="0" marL="457200" rtl="0" algn="l">
              <a:spcBef>
                <a:spcPts val="0"/>
              </a:spcBef>
              <a:spcAft>
                <a:spcPts val="0"/>
              </a:spcAft>
              <a:buSzPts val="1000"/>
              <a:buFont typeface="Lexend"/>
              <a:buChar char="●"/>
            </a:pPr>
            <a:r>
              <a:rPr lang="en" sz="1000">
                <a:latin typeface="Lexend"/>
                <a:ea typeface="Lexend"/>
                <a:cs typeface="Lexend"/>
                <a:sym typeface="Lexend"/>
              </a:rPr>
              <a:t>At the table, player can place bets, and perform actions such as hitting or standing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304800" lvl="0" marL="457200" rtl="0" algn="l">
              <a:spcBef>
                <a:spcPts val="0"/>
              </a:spcBef>
              <a:spcAft>
                <a:spcPts val="0"/>
              </a:spcAft>
              <a:buSzPts val="1200"/>
              <a:buFont typeface="Lexend"/>
              <a:buChar char="●"/>
            </a:pPr>
            <a:r>
              <a:rPr b="1" lang="en" sz="1200">
                <a:latin typeface="Lexend"/>
                <a:ea typeface="Lexend"/>
                <a:cs typeface="Lexend"/>
                <a:sym typeface="Lexend"/>
              </a:rPr>
              <a:t>Dealer:</a:t>
            </a:r>
            <a:r>
              <a:rPr lang="en" sz="1200">
                <a:latin typeface="Lexend"/>
                <a:ea typeface="Lexend"/>
                <a:cs typeface="Lexend"/>
                <a:sym typeface="Lexend"/>
              </a:rPr>
              <a:t>  Initializes game table and </a:t>
            </a:r>
            <a:r>
              <a:rPr lang="en" sz="1200">
                <a:latin typeface="Lexend"/>
                <a:ea typeface="Lexend"/>
                <a:cs typeface="Lexend"/>
                <a:sym typeface="Lexend"/>
              </a:rPr>
              <a:t>facilitates</a:t>
            </a:r>
            <a:r>
              <a:rPr lang="en" sz="1200">
                <a:latin typeface="Lexend"/>
                <a:ea typeface="Lexend"/>
                <a:cs typeface="Lexend"/>
                <a:sym typeface="Lexend"/>
              </a:rPr>
              <a:t> game flow</a:t>
            </a:r>
            <a:endParaRPr sz="1200">
              <a:latin typeface="Lexend"/>
              <a:ea typeface="Lexend"/>
              <a:cs typeface="Lexend"/>
              <a:sym typeface="Lexend"/>
            </a:endParaRPr>
          </a:p>
          <a:p>
            <a:pPr indent="-304800" lvl="0" marL="457200" rtl="0" algn="l">
              <a:spcBef>
                <a:spcPts val="0"/>
              </a:spcBef>
              <a:spcAft>
                <a:spcPts val="0"/>
              </a:spcAft>
              <a:buSzPts val="1200"/>
              <a:buFont typeface="Lexend"/>
              <a:buChar char="●"/>
            </a:pPr>
            <a:r>
              <a:rPr lang="en" sz="1000">
                <a:latin typeface="Lexend"/>
                <a:ea typeface="Lexend"/>
                <a:cs typeface="Lexend"/>
                <a:sym typeface="Lexend"/>
              </a:rPr>
              <a:t>Account creation can be done in client, but promotion to dealer must be made server side.</a:t>
            </a:r>
            <a:endParaRPr sz="1000">
              <a:latin typeface="Lexend"/>
              <a:ea typeface="Lexend"/>
              <a:cs typeface="Lexend"/>
              <a:sym typeface="Lexend"/>
            </a:endParaRPr>
          </a:p>
          <a:p>
            <a:pPr indent="-292100" lvl="0" marL="457200" rtl="0" algn="l">
              <a:spcBef>
                <a:spcPts val="0"/>
              </a:spcBef>
              <a:spcAft>
                <a:spcPts val="0"/>
              </a:spcAft>
              <a:buSzPts val="1000"/>
              <a:buFont typeface="Lexend"/>
              <a:buChar char="●"/>
            </a:pPr>
            <a:r>
              <a:rPr lang="en" sz="1000">
                <a:latin typeface="Lexend"/>
                <a:ea typeface="Lexend"/>
                <a:cs typeface="Lexend"/>
                <a:sym typeface="Lexend"/>
              </a:rPr>
              <a:t>After login, dealer is prompted to create table.</a:t>
            </a:r>
            <a:endParaRPr sz="1000">
              <a:latin typeface="Lexend"/>
              <a:ea typeface="Lexend"/>
              <a:cs typeface="Lexend"/>
              <a:sym typeface="Lexend"/>
            </a:endParaRPr>
          </a:p>
          <a:p>
            <a:pPr indent="-292100" lvl="0" marL="457200" rtl="0" algn="l">
              <a:spcBef>
                <a:spcPts val="0"/>
              </a:spcBef>
              <a:spcAft>
                <a:spcPts val="0"/>
              </a:spcAft>
              <a:buSzPts val="1000"/>
              <a:buFont typeface="Lexend"/>
              <a:buChar char="●"/>
            </a:pPr>
            <a:r>
              <a:rPr lang="en" sz="1000">
                <a:latin typeface="Lexend"/>
                <a:ea typeface="Lexend"/>
                <a:cs typeface="Lexend"/>
                <a:sym typeface="Lexend"/>
              </a:rPr>
              <a:t>Responsible for starting each round of play and dealing cards as needed until table is closed.</a:t>
            </a:r>
            <a:endParaRPr sz="1000">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1"/>
          <p:cNvSpPr txBox="1"/>
          <p:nvPr>
            <p:ph type="title"/>
          </p:nvPr>
        </p:nvSpPr>
        <p:spPr>
          <a:xfrm>
            <a:off x="279185" y="338025"/>
            <a:ext cx="5562300" cy="67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Player In-Game Sequence</a:t>
            </a:r>
            <a:endParaRPr/>
          </a:p>
        </p:txBody>
      </p:sp>
      <p:pic>
        <p:nvPicPr>
          <p:cNvPr id="582" name="Google Shape;582;p61" title="Seq - User in game sequence.png"/>
          <p:cNvPicPr preferRelativeResize="0"/>
          <p:nvPr/>
        </p:nvPicPr>
        <p:blipFill>
          <a:blip r:embed="rId3">
            <a:alphaModFix/>
          </a:blip>
          <a:stretch>
            <a:fillRect/>
          </a:stretch>
        </p:blipFill>
        <p:spPr>
          <a:xfrm>
            <a:off x="333175" y="887200"/>
            <a:ext cx="3341974" cy="4285752"/>
          </a:xfrm>
          <a:prstGeom prst="rect">
            <a:avLst/>
          </a:prstGeom>
          <a:noFill/>
          <a:ln>
            <a:noFill/>
          </a:ln>
        </p:spPr>
      </p:pic>
      <p:sp>
        <p:nvSpPr>
          <p:cNvPr id="583" name="Google Shape;583;p61"/>
          <p:cNvSpPr/>
          <p:nvPr/>
        </p:nvSpPr>
        <p:spPr>
          <a:xfrm>
            <a:off x="4225725" y="1233700"/>
            <a:ext cx="4446600" cy="3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Lexend"/>
              <a:buChar char="●"/>
            </a:pPr>
            <a:r>
              <a:rPr lang="en" sz="1200">
                <a:latin typeface="Lexend"/>
                <a:ea typeface="Lexend"/>
                <a:cs typeface="Lexend"/>
                <a:sym typeface="Lexend"/>
              </a:rPr>
              <a:t>Within the design </a:t>
            </a:r>
            <a:r>
              <a:rPr lang="en" sz="1200">
                <a:latin typeface="Lexend"/>
                <a:ea typeface="Lexend"/>
                <a:cs typeface="Lexend"/>
                <a:sym typeface="Lexend"/>
              </a:rPr>
              <a:t>document</a:t>
            </a:r>
            <a:r>
              <a:rPr lang="en" sz="1200">
                <a:latin typeface="Lexend"/>
                <a:ea typeface="Lexend"/>
                <a:cs typeface="Lexend"/>
                <a:sym typeface="Lexend"/>
              </a:rPr>
              <a:t>, we have addressed multiple sequences from logging, lobby interactions, and in game functionality.</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304800" lvl="0" marL="457200" rtl="0" algn="l">
              <a:spcBef>
                <a:spcPts val="0"/>
              </a:spcBef>
              <a:spcAft>
                <a:spcPts val="0"/>
              </a:spcAft>
              <a:buSzPts val="1200"/>
              <a:buFont typeface="Lexend"/>
              <a:buChar char="●"/>
            </a:pPr>
            <a:r>
              <a:rPr lang="en" sz="1200">
                <a:latin typeface="Lexend"/>
                <a:ea typeface="Lexend"/>
                <a:cs typeface="Lexend"/>
                <a:sym typeface="Lexend"/>
              </a:rPr>
              <a:t>Player in-game sequence is displayed as an example , and the most often used sequence.</a:t>
            </a:r>
            <a:endParaRPr sz="1200">
              <a:latin typeface="Lexend"/>
              <a:ea typeface="Lexend"/>
              <a:cs typeface="Lexend"/>
              <a:sym typeface="Lexend"/>
            </a:endParaRPr>
          </a:p>
          <a:p>
            <a:pPr indent="0" lvl="0" marL="457200" rtl="0" algn="l">
              <a:spcBef>
                <a:spcPts val="0"/>
              </a:spcBef>
              <a:spcAft>
                <a:spcPts val="0"/>
              </a:spcAft>
              <a:buNone/>
            </a:pPr>
            <a:r>
              <a:t/>
            </a:r>
            <a:endParaRPr sz="1200">
              <a:latin typeface="Lexend"/>
              <a:ea typeface="Lexend"/>
              <a:cs typeface="Lexend"/>
              <a:sym typeface="Lexend"/>
            </a:endParaRPr>
          </a:p>
          <a:p>
            <a:pPr indent="-304800" lvl="0" marL="457200" rtl="0" algn="l">
              <a:spcBef>
                <a:spcPts val="0"/>
              </a:spcBef>
              <a:spcAft>
                <a:spcPts val="0"/>
              </a:spcAft>
              <a:buSzPts val="1200"/>
              <a:buFont typeface="Lexend"/>
              <a:buChar char="●"/>
            </a:pPr>
            <a:r>
              <a:rPr lang="en" sz="1200">
                <a:latin typeface="Lexend"/>
                <a:ea typeface="Lexend"/>
                <a:cs typeface="Lexend"/>
                <a:sym typeface="Lexend"/>
              </a:rPr>
              <a:t>The most complicated steps occur at the start of each round as all players must make an initial bet before the game can start. Once </a:t>
            </a:r>
            <a:r>
              <a:rPr lang="en" sz="1200">
                <a:latin typeface="Lexend"/>
                <a:ea typeface="Lexend"/>
                <a:cs typeface="Lexend"/>
                <a:sym typeface="Lexend"/>
              </a:rPr>
              <a:t>initial</a:t>
            </a:r>
            <a:r>
              <a:rPr lang="en" sz="1200">
                <a:latin typeface="Lexend"/>
                <a:ea typeface="Lexend"/>
                <a:cs typeface="Lexend"/>
                <a:sym typeface="Lexend"/>
              </a:rPr>
              <a:t> bets have been placed, the cards must be dealt in turn to each player and the dealer.</a:t>
            </a:r>
            <a:endParaRPr sz="1200">
              <a:latin typeface="Lexend"/>
              <a:ea typeface="Lexend"/>
              <a:cs typeface="Lexend"/>
              <a:sym typeface="Lexend"/>
            </a:endParaRPr>
          </a:p>
          <a:p>
            <a:pPr indent="0" lvl="0" marL="457200" rtl="0" algn="l">
              <a:spcBef>
                <a:spcPts val="0"/>
              </a:spcBef>
              <a:spcAft>
                <a:spcPts val="0"/>
              </a:spcAft>
              <a:buNone/>
            </a:pPr>
            <a:r>
              <a:t/>
            </a:r>
            <a:endParaRPr sz="1200">
              <a:latin typeface="Lexend"/>
              <a:ea typeface="Lexend"/>
              <a:cs typeface="Lexend"/>
              <a:sym typeface="Lexend"/>
            </a:endParaRPr>
          </a:p>
          <a:p>
            <a:pPr indent="-304800" lvl="0" marL="457200" rtl="0" algn="l">
              <a:spcBef>
                <a:spcPts val="0"/>
              </a:spcBef>
              <a:spcAft>
                <a:spcPts val="0"/>
              </a:spcAft>
              <a:buSzPts val="1200"/>
              <a:buFont typeface="Lexend"/>
              <a:buChar char="●"/>
            </a:pPr>
            <a:r>
              <a:rPr lang="en" sz="1200">
                <a:latin typeface="Lexend"/>
                <a:ea typeface="Lexend"/>
                <a:cs typeface="Lexend"/>
                <a:sym typeface="Lexend"/>
              </a:rPr>
              <a:t>Once initial opening steps is complete, the </a:t>
            </a:r>
            <a:r>
              <a:rPr lang="en" sz="1200">
                <a:latin typeface="Lexend"/>
                <a:ea typeface="Lexend"/>
                <a:cs typeface="Lexend"/>
                <a:sym typeface="Lexend"/>
              </a:rPr>
              <a:t>sequence</a:t>
            </a:r>
            <a:r>
              <a:rPr lang="en" sz="1200">
                <a:latin typeface="Lexend"/>
                <a:ea typeface="Lexend"/>
                <a:cs typeface="Lexend"/>
                <a:sym typeface="Lexend"/>
              </a:rPr>
              <a:t> is more straightforward. Players still take turns, but once it is their turn they can take as many steps as needed to complete their turn.</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2"/>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Foundations from initial phase, requirements, and now design</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Char char="-"/>
            </a:pPr>
            <a:r>
              <a:rPr lang="en"/>
              <a:t>Dissection of architecture to address the problem, and how our product solves it</a:t>
            </a:r>
            <a:endParaRPr/>
          </a:p>
          <a:p>
            <a:pPr indent="0" lvl="0" marL="0" rtl="0" algn="l">
              <a:spcBef>
                <a:spcPts val="0"/>
              </a:spcBef>
              <a:spcAft>
                <a:spcPts val="0"/>
              </a:spcAft>
              <a:buNone/>
            </a:pPr>
            <a:r>
              <a:t/>
            </a:r>
            <a:endParaRPr/>
          </a:p>
          <a:p>
            <a:pPr indent="-304800" lvl="0" marL="457200" rtl="0" algn="l">
              <a:spcBef>
                <a:spcPts val="0"/>
              </a:spcBef>
              <a:spcAft>
                <a:spcPts val="0"/>
              </a:spcAft>
              <a:buSzPts val="1200"/>
              <a:buChar char="-"/>
            </a:pPr>
            <a:r>
              <a:rPr lang="en"/>
              <a:t>What’s next</a:t>
            </a:r>
            <a:endParaRPr/>
          </a:p>
        </p:txBody>
      </p:sp>
      <p:sp>
        <p:nvSpPr>
          <p:cNvPr id="589" name="Google Shape;589;p6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Closing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ptions Proposal">
  <a:themeElements>
    <a:clrScheme name="Simple Light">
      <a:dk1>
        <a:srgbClr val="1D1D1D"/>
      </a:dk1>
      <a:lt1>
        <a:srgbClr val="FFFFF0"/>
      </a:lt1>
      <a:dk2>
        <a:srgbClr val="51BD85"/>
      </a:dk2>
      <a:lt2>
        <a:srgbClr val="FF6652"/>
      </a:lt2>
      <a:accent1>
        <a:srgbClr val="FFE534"/>
      </a:accent1>
      <a:accent2>
        <a:srgbClr val="FFBBDC"/>
      </a:accent2>
      <a:accent3>
        <a:srgbClr val="6AD2E6"/>
      </a:accent3>
      <a:accent4>
        <a:srgbClr val="DBC89F"/>
      </a:accent4>
      <a:accent5>
        <a:srgbClr val="D8E4D6"/>
      </a:accent5>
      <a:accent6>
        <a:srgbClr val="FFFFFF"/>
      </a:accent6>
      <a:hlink>
        <a:srgbClr val="6AD2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